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75" r:id="rId7"/>
    <p:sldId id="273" r:id="rId8"/>
    <p:sldId id="261" r:id="rId9"/>
    <p:sldId id="262" r:id="rId10"/>
    <p:sldId id="263" r:id="rId11"/>
    <p:sldId id="274" r:id="rId12"/>
    <p:sldId id="264" r:id="rId13"/>
    <p:sldId id="265" r:id="rId14"/>
    <p:sldId id="266" r:id="rId15"/>
    <p:sldId id="276" r:id="rId16"/>
    <p:sldId id="267" r:id="rId17"/>
    <p:sldId id="268" r:id="rId18"/>
    <p:sldId id="271" r:id="rId19"/>
    <p:sldId id="272" r:id="rId20"/>
    <p:sldId id="277" r:id="rId21"/>
    <p:sldId id="269" r:id="rId2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48"/>
    <p:restoredTop sz="96766" autoAdjust="0"/>
  </p:normalViewPr>
  <p:slideViewPr>
    <p:cSldViewPr snapToGrid="0">
      <p:cViewPr varScale="1">
        <p:scale>
          <a:sx n="96" d="100"/>
          <a:sy n="96" d="100"/>
        </p:scale>
        <p:origin x="327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600" units="cm"/>
          <inkml:channel name="Y" type="integer" max="135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4-24T20:31:01.0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15758 4950 1965 0,'0'0'41'0,"0"0"-28"0,3 0 16 0,-3 0 38 0,4 0 27 0,-4-1 24 0,3 1 5 0,0 0 8 0,4-2-47 0,-4 0-22 0,4 2-31 0,-4-2 1 0,0 1-6 0,0 1-1 0,-3-2 4 0,0 1 12 0,0 1-13 0,0 0-5 0,0 0-6 0,0 0 3 0,0 1-14 0,0-1-7 0,0 0 6 0,0 0-3 0,0 0-4 0,0 0-7 0,0 0-5 0,-3 0-8 16,3 2-6-16,-3-2-2 0,3 0-8 15,-3 1 11-15,-1-2-12 0,4 2 9 16,-3-1-3-16,0 3 26 0,-4 0 13 16,4-2-8-16,-4 3 2 0,1 2 10 0,-1 0-7 0,1-1 0 15,-1 2 4-15,1 0-13 0,2 1-1 0,-2 0 2 16,2 0 8-16,4 2 8 0,0 2-7 15,0 0-18-15,-3 2 36 0,6 3 10 16,-3 2-44-16,4-1 12 0,-4 2-9 0,0-2 7 0,0 2 22 16,0 0-10-16,3-1-10 0,-3 1 0 0,7 1 6 15,-4-1-8-15,0 1 12 16,4 0-14-16,-1 1 15 0,4 0 9 0,3 1-16 16,0 2 8-16,4-1-9 0,-1 2-12 0,4-2 5 0,-7 0 32 15,3-3 18-15,-2 0-48 16,-5 1-2-16,1 0 0 0,0 2-14 0,0-3-7 0,-3 1 0 15,-1-1 1-15,1 1 5 0,-7-1-1 0,0 0-22 0,-4-1-7 16,-2-2 5-16,-4 0 1 16,-3 1-16-16,3-1 9 0,-6 0-11 0,2-2 1 0,1 0-3 15,-3-4 19-15,3 2 15 0,0-2-37 16,-1-3 33-16,1 1-7 0,4-1-2 16,-5-2-16-16,5 1 13 0,-1-2 20 0,-3-2-10 15,3 0 14-15,0 1 2 0,0-2 12 0,3 1 2 0,1 0 3 16,-1-1-1-16,4 1-16 0,0 0 22 15,3-1-2-15,-4 0-35 0,4 0 30 0,0 0 22 16,0 1 20-16,4 0 3 0,2 2 28 0,1-1-35 16,3 4-18-1,0-1 42-15,3 2-44 0,0 1 14 0,3 2-5 16,1 1-27-16,2-1 10 0,-2 0-9 0,-1 2 177 0,4 2-69 0,3 0-90 16,0 1-30-16,-7-1-2 0,-6-3 21 0,-3-1 0 15,-1 1-2-15,-2-1-49 0,2 0 54 0,-3 1 40 16,4 0-28-16,0 1-22 15,-4 2-35-15,0-3 37 16,-3 2 17-16,-3-3-1 0,3 1-2 0,0-2-32 0,-3 3 24 0,-4-3-2 0,4 2 58 16,3 3-7-16,3 2-2 0,-3 2-54 0,3 0 29 15,1-1-14-15,-1 1-8 0,0-4 10 16,0-2-14-16,-3 1 25 16,4 2-22-16,2 2 1 0,7 5 15 0,0 4 30 0,7 0-70 0,-3-1 18 15,-4 1 3-15,0-3-10 0,0 0-1 0,-3 1-4 16,0 0 0-16,-4-2-13 0,-2 0 6 0,-1 1 13 15,-3-1-14-15,-3 1-17 0,3 0 26 16,-4 0-48-16,1-1 38 16,-4-2-18-16,1-2 45 0,-1 1-3 0,1 1-3 15,-1-2 10-15,-3 2-6 0,4-3 10 0,-1-1-26 0,1 0 18 0,2 0-6 16,-2 1-4-16,2 0 10 0,-2 0 6 16,3-2-6-16,-1 2 4 15,1 1 5-15,0 1-2 16,-7 4 10-16,7-1-29 0,-4 2 11 0,4-2 2 0,3-1 7 0,0 0 3 0,3 2-12 15,-3-1-20-15,7 2 24 0,-1-2-7 0,4 1 13 16,0-2 2-16,0 0-13 0,0-3-1 0,-4 2 1 16,7-2-16-16,-6 0 51 0,3 0 5 15,-4-1-56-15,-2 0 17 0,2 1-12 16,-3-1 6-16,1 1-50 0,-1 0 21 0,0-1 14 0,-3 1 15 16,4-1 4-16,-4-2-21 0,3 2 10 15,-3-2 19-15,0-1-23 0,3 1-54 0,-3 1 41 16,3-2 31-16,4-2-22 0,-4-2 17 0,4-1 14 15,-1 1-34-15,-2-2 25 16,2 2-17-16,1-3 18 0,-1 0 3 0,1-2 0 0,-1-1-16 16,1 0-57-16,0-2-174 0,-1-1-265 0,1-1-531 0</inkml:trace>
  <inkml:trace contextRef="#ctx0" brushRef="#br0" timeOffset="1931.81">16681 5211 1711 0,'-4'-1'84'0,"4"1"70"0,0-2 20 0,0 1 23 0,0 0-37 15,0-1-40-15,0 1-55 0,0 1-16 0,0-2-14 0,0 2 2 16,0-1-5-16,0 1 16 0,4 0 7 0,-4 0-14 16,0 0-6-16,3 1 3 15,-3-1-18-15,3 0-6 0,-3 2-10 0,0-2-1 0,3 1-17 0,-3 1-14 16,0-2-20-16,4 1 2 0,-4 2 26 16,3 1 33-16,4 3-12 0,2 3-5 0,1 3-13 15,0-1-2-15,-3 2 6 0,-4 1 5 0,-3-1-12 16,0-2 10-16,-7 0-29 0,4-1 49 15,-7 2-16-15,0-2-2 0,1-1 9 0,-5 0 3 0,1-2-7 16,0-1-10-16,-3 0 10 0,3-2-7 0,-4-1-5 16,1-1 11-16,3-1 1 0,-4 0 18 15,1-2-14-15,-1-2 5 16,1 1-4-16,-4-3-8 0,4 1 17 16,-4-3-12-16,7 1-6 0,-3-4 8 0,-1 2 15 0,4-1-19 0,3-2 4 0,-3 0-3 15,3-1 20-15,4-1 12 0,2 2-27 0,-2 1-5 16,6-1 16-16,0-2-7 0,3 1 11 0,4 1-16 15,3 2 10 1,-1-1-12-16,5 4-6 16,-1-1 16-16,0 0-10 0,3 2-12 0,1 0-6 0,-1 0 10 0,0 1-2 0,-2 0-4 15,-1 2-6-15,0-1-8 0,-3 1 9 0,-4 1-10 16,1 0-7-16,-4 1-12 0,-3 1-54 0,3-1-81 16,-3 0-59-16,4 1-137 0,-1 1-301 15,-6 5 210-15</inkml:trace>
  <inkml:trace contextRef="#ctx0" brushRef="#br0" timeOffset="2356.05">16789 5182 1664 0,'0'0'-91'0,"-3"1"47"0,3-1 92 0,3 1 102 0,-3 2 17 0,3 0-30 0,0 3-53 0,1-1 24 0,-1 4-36 0,4 1-44 0,-1 0 23 16,-3 1-7-16,1-1 10 0,-1 1-23 16,-3 0-17-16,0 1 3 0,0-3-15 0,0 1-2 15,0-1 2-15,-3-2 6 0,-1 0-9 0,4-1 15 16,-6-1-7-16,3 1-2 15,3-3 12 1,0-2-4-16,0 2-5 0,0-3-18 0,0 0 12 0,0 0-5 0,3 0 19 0,-3 0 8 0,0-1 25 16,0 1 16-16,0-2-5 0,0 1-24 0,3-1-30 15,0-2-9-15,1 0 6 0,2-2-9 0,1-2 13 16,-1 1-20-16,4-3 22 0,3 0 3 16,-3 0-4-1,0-1 3-15,0-1-2 0,-3 1-6 0,-1 0-5 0,1 1 7 0,2 0-13 16,-2 0 19-16,0 2-16 0,2 1 1 15,-2 1-19-15,0 0-9 0,2 1-35 0,-2-1-41 16,-4 2-81-16,4 0-83 0,-1-1-136 0,1 1-230 16,-4 0 101-16</inkml:trace>
  <inkml:trace contextRef="#ctx0" brushRef="#br0" timeOffset="3532.31">17278 4949 1301 0,'3'-3'130'0,"-3"0"26"0,4 0 48 15,2-2-6-15,-3 2 22 0,1 0-57 0,-1 0-42 16,-3 2-53 0,3-1-33-16,-3 2-31 0,-3 2-30 0,3-2-12 0,0 1-35 0,0 1 17 15,-3 0 51-15,3 3 26 0,-4 3-1 16,1 2-13-16,-3 4 4 0,2 3 6 15,1 1 24-15,-4 1-47 0,4 2 21 0,3 0 14 0,-3 2-16 16,0-1-13-16,3 1 3 0,0-1 6 16,-4 0-2-16,4-3 8 0,0 1-26 0,0-3 11 0,-3-1 0 15,3-2-12-15,0 0 11 16,0-2-32 0,0 0 16-16,-3-2-5 0,3-3-12 0,-4 0-5 0,4-3 13 0,4-1 5 15,-4 0 17-15,0-3 15 0,0 0-3 0,3 0 17 0,-3 0-1 0,0-2 20 16,0 1 0-16,0-1-34 0,0 0-32 15,0-3-2-15,-3 1-7 0,3-3 23 0,-4-1-19 16,1-1 1-16,0 2-23 0,-4-3 45 16,1 3-33-16,-4-1 15 0,0-1-1 0,0 2 34 15,-3 0-6-15,3 1-5 0,0 2 2 0,1 1-9 0,5 2 17 16,-2 1 4-16,6 0-2 0,-4 0-9 16,4 1-11-16,0 1 2 0,0-1 33 0,0 2-6 15,-3 0 4-15,0 1-9 0,3 2-1 0,-3 1 23 16,3 1 27-16,0 1-5 15,0 1-28-15,3-2-22 0,0 0 9 16,4 1 10-16,-4-1-16 0,4-2 9 0,-1 1-11 16,4-1 11-16,-3-1 4 0,2 1-4 0,1-2-8 0,3 1-17 15,1-1-20-15,-5 0 16 0,4-1-34 16,1 0-28-16,-1-2-36 0,0 2-13 16,0-2-48-16,0 2 13 0,-3-1-77 0,3-2-9 0,0 1-22 15,-3-1 85-15,0 0 131 0,0-1 15 0,-7 1 45 16,4-3-1-16,-4 3 58 0,3-2-78 15,-2-1 85-15,-1 2 74 0,4-2-105 16,-4 0 76-16,0 1 6 0,0-1-41 0,1-1 19 0,-1 1-61 0,0-2 19 16,4 3-43-16,-4-3 35 0,0 1-27 0,4 0 28 15,0-2-34-15,-1 2 1 16,1-2-10-16,-1 2-16 0,-2-1 0 0,5-1-1 0,-2 0-4 16,0 1-14-16,2-2 16 0,-2-1 3 0,-4 1 1 15,1-1-6-15,-1 1 46 16,-3 1-32-16,-3 1-41 0,3 0-38 0,-7 1-1 15,4 0-15-15,-7 0 3 0,0 1 39 0,0 0 10 0,-6 0 25 16,-1 2 9-16,1-1 8 0,-4 4-21 0,4-2 1 16,3 3 10-16,0-1 24 0,6 1-8 15,-3 2 11 1,4-1-18-16,-4 3 37 0,6 0-20 0,-2 0 8 0,3 0-10 0,3 1 23 0,0 1-14 16,3-1 6-16,0 1 15 0,4-1 0 15,3 1 0-15,-1-2-38 0,8 1-17 0,-1-1-19 16,4 0-24-16,3 0-53 0,0-1 33 15,0 0 38-15,3-2-42 16,0-1-8-16,-3-2-79 0,0 1 174 0,-3-2 7 0,-4-2-49 0,1 2-13 0,-7-3 20 16,0 1-8-16,-4-3-12 0,-3 1 12 0,1-2 30 15,-4 1-22-15,0-2 31 0,0 1-14 16,-4 0 7-16,4-1 22 0,-3 2 57 16,0-1 10-16,3 2-42 0,-3 0 16 0,3 1-7 0,0 1-12 15,-4 2-13-15,4 0-33 0,4 2-49 16,-4-1-42-16,3 2-7 0,-3 0 96 15,3 1 59-15,-3 3 36 0,0 2-97 0,0 1 47 0,0-1-30 16,0 3 59-16,0-1-36 0,-3 0 0 16,0 1-17-16,-1-4 13 0,1 1-20 0,0-2-22 15,3-3 22-15,-4 0 5 0,1-1 1 0,3-2 21 16,0 1-2-16,0-2 12 0,0-2 24 0,-3 2-25 16,3-1 4-16,0-1 5 0,0 1-3 15,-3 0-18-15,3-2-45 16,3-1 9-16,-3-2-7 0,3-3 0 0,0 1 2 0,1-2-12 0,-1 0 19 15,0 0-3-15,4 2-11 0,-4-3-5 0,4 1 11 16,-1-2-8-16,4 1-3 0,0-2-8 0,0 2 27 16,3 0-26-16,-3 1-1 0,3 3-2 15,0 0 6 1,3 1 7-16,-2 3-21 0,2-1-39 0,4 3-68 0,-1-1-72 0,4 1-10 16,7 2-110-16,-1 2-267 0,4 1-32 0</inkml:trace>
  <inkml:trace contextRef="#ctx0" brushRef="#br0" timeOffset="4725.14">18407 5268 1958 0,'0'-2'13'0,"0"2"64"0,0 2 68 0,0-2 64 0,0 0-30 0,4 0-76 0,-4 1-72 0,3-1-36 0,-3 1-29 16,0 1-8-16,3-2-19 0,-3 1 19 15,0 2 58-15,3 1 10 0,1 3-22 0,2 3-12 16,-6 0 6-16,0 0 10 0,0 0 3 16,0 0-28-16,-3 0 11 0,0 0-12 0,-4-2 15 0,-3-1-15 15,0 0 21-15,4 0-6 0,-4-1-27 16,0-2 5-16,0-1 23 0,1-2-10 15,2-1 12-15,0 0 12 0,-2-1-18 16,-1 0 17-16,0-4-2 0,-3 0-2 0,0-4-31 0,-4-1 25 0,4-1-1 16,0-3 4-16,3 0 2 0,7 0 1 0,-1-2 10 15,4 2-17-15,4-2-20 0,2 2 5 16,1 0 4-16,3 0 60 16,3 3-44-16,0 1 18 0,3 2 31 0,4 2-32 15,0 2-28-15,0 2 13 0,-1 2-7 0,1 2 1 0,0-1-21 16,3 5 18-16,0-1 7 0,3 4-36 0,0-1-16 15,-6 1 29-15,-4-1 10 0,-3 1-3 16,-3-1-12-16,-3 2 14 0,3-2 2 16,-4 0 24-16,1-1-22 15,-4-2 25-15,4 2-6 0,-4-1-1 0,3-2 1 0,1-1-3 0,-4 0 13 16,4-2 7-16,-4 1 5 0,0-2 14 0,1 0-21 0,-1 0-21 16,4 0-13-16,-4 0 22 0,7-2-1 0,0 1-10 15,-1-1 7-15,-2 0 8 0,3-1-15 16,0 0-4-16,-4-1-4 0,4-2 2 15,0 0 7-15,0-1-16 0,0 0-1 0,-1 0 4 16,1-1 9-16,0-1-13 0,-3-1-3 0,3-1-7 16,-4 0 13-16,-3-2 5 0,4-2-26 0,-4-2-3 15,1-2 46-15,-4 0-33 0,0 0 10 16,-4 1 25-16,1 2-15 0,0 2 26 0,-1 3-5 16,4 4 10-16,-3 3-14 0,3 2-6 0,0 2-26 15,0 2-22-15,0-2-15 0,0 1-47 16,3 2 71-16,-3 1 66 0,-3 5-15 0,3 2-12 0,-3 3-3 15,3 3 19-15,-3 1-15 0,6 1-10 0,-3 3 7 16,3-1-7-16,-3 1 3 0,0-1-8 16,-3 0 7-16,3 0 2 0,-3 2 4 15,3-2-10-15,0 0 13 0,0-3-6 16,0-1 4-16,0 0-16 0,0-1-9 0,0-2-2 0,0-1-21 16,3-1 4-16,-3 0-18 0,3-3-26 0,-3 0-11 0,3-3-38 15,1-1-20-15,-4-1 23 0,3-1-8 16,-3-1-73-16,0-2-1 0,0 0 84 0,0-2 29 15,0 1-361-15,-3-2 178 0,-4-3 237 16</inkml:trace>
  <inkml:trace contextRef="#ctx0" brushRef="#br0" timeOffset="4848.97">18719 5297 1404 0,'3'-1'291'0,"-3"-1"-92"0,4 1 7 0,2 0-3 0,1-1-58 0,-1 1-68 0,4 1-39 0,0 0-38 0,3 0 2 0,4 1 7 0,2 2 3 0,4 0-10 0,0 0 9 0,0 1-16 0,4-1 10 0,-4 0 5 0,-4 1-66 0,1-1-59 0,3-1-8 16,-7 1-144-16,4 0-242 0,-4-1-279 16</inkml:trace>
  <inkml:trace contextRef="#ctx0" brushRef="#br0" timeOffset="5332.74">19760 5056 1655 0,'0'1'-162'0,"-3"-1"-5"0,3 2 143 15,-4-2 76-15,4 1 64 0,-3 1 16 16,0 0-22-16,-1 4-10 0,-2 1-2 0,-1 2-41 16,4 2 55-16,-7 3-17 0,4 0 4 15,-1 2-34-15,0 1 16 0,4 1-20 0,-3 2 5 16,6-1-36-16,0 1-15 0,0 3-2 0,0-3-1 15,0-1-16-15,0 1 7 0,3-3 15 0,-3-1-8 16,0-1 6-16,3-1-2 0,0-1 6 16,-3-2-24-16,4 0-7 15,2-2-27-15,1-2-35 0,-1-1 16 0,1-2-27 0,0 0-41 0,-1-1 1 16,1-3-35-16,3 1-20 0,-4-2-33 0,1-2-92 16,3-1 44-16,-4-2 45 15,1-2 13-15,-4-1 153 0,-3-2 36 0,-3 0-48 0</inkml:trace>
  <inkml:trace contextRef="#ctx0" brushRef="#br0" timeOffset="8724.25">19409 5091 558 0,'0'0'166'16,"3"0"94"-16,0 0-137 0,4-1 15 0,3 1-34 0,3 0-29 0,0 0-31 0,0 0-3 0,3-2 52 0,-3 2-18 0,4 2 25 0,-1-2-32 0,-3 0-32 15,4 0 7-15,-4 0 24 0,3-2 11 16,1 2 5-16,-4 0-21 0,3 0-36 0,-3 0-12 16,4-1 28-16,-4 0 0 0,3 1 30 0,-2-2-57 15,2 2-2-15,-3-1-12 0,7 1 16 16,-4 0 2-16,4 0 2 0,-4 0-27 0,1 0 8 16,-4 0-5-16,0 1 10 0,0-1-16 0,-3 0 12 15,0 0 1-15,0 2-7 0,-7-2 0 0,0 1-33 16,1-1-63-16,-4 0-108 0,0 0-87 0,0 0-125 15,-4-1-90-15,1 2 113 0</inkml:trace>
  <inkml:trace contextRef="#ctx0" brushRef="#br0" timeOffset="9376.95">20068 5179 491 0,'-3'0'37'0,"0"-2"230"0,3 1-104 0,-3 0-91 0,-1-2-57 0,1 1-21 0,-4 1 3 0,1-2 19 0,-1 2 1 0,1-1 17 16,2 2-13-16,1 0 3 0,-3-1-29 15,2 1 44-15,-6 0-56 0,1 0 26 16,2 0 6-16,-6 1 27 0,6 1 23 0,-2-1 0 0,-5 3-16 15,5 1 3-15,2 0-39 0,-3 4 40 0,4-2-17 16,2 0-8-16,1 3 9 0,3-2 10 16,0 1-17-16,0 2 43 15,0 0-43-15,7 0-14 0,-4 1 1 0,3-2 5 0,1-1-25 0,0-1 0 16,2-3 2-16,-2 1-19 0,0-2-2 16,2-1-26-16,-2 0-5 0,3-2 18 0,0 1-33 15,-1-2 20-15,5-2-76 0,2-1 41 0,0 0 69 16,-2-1-2-16,2-1-12 15,0-4 29-15,-2 1 29 0,-1-1-10 0,0-1 5 0,-3 0-26 0,-1 2 42 16,-2-2 6-16,0 2-34 0,-1-1 46 0,-3 2 23 16,-3-1 27-16,0 2-74 15,0 0 13-15,0 4-24 0,0-3-3 0,0 4 10 0,0-1-30 16,0 2-47-16,0 0-38 16,0 2 11-16,0-1-21 0,0 1 9 0,0-1 79 0,0 2 34 15,0 0 8-15,-3 2-5 0,3 2 15 16,-3 1 3-16,0 0-20 0,-1 0-4 0,4 1-11 0,-3 1-1 15,0 0 13-15,3-2-28 16,0 2 38-16,0 0 8 16,0-2 1-16,0 1-38 0,0-1 3 0,0-1-46 0,0 0-39 0,3 0-62 0,4-1-184 15,-1 1-257-15,4-1 300 0</inkml:trace>
  <inkml:trace contextRef="#ctx0" brushRef="#br0" timeOffset="9801.99">20384 5151 1166 0,'0'-2'13'0,"0"1"-34"0,0-1 62 0,-4-2 115 0,4 1-18 0,-3 2-30 0,3-2-58 0,-7 3 17 0,4-1-142 0,-3-1 127 0,-1 1-31 0,-3 1-14 0,4 0-9 0,-8 1 4 16,5 1 13-16,-1-1 1 0,0 2-5 0,3 0 7 16,1 1 7-16,-4 2-4 0,3-1 8 0,-2 1-10 15,2 2 30-15,4-1-10 0,-1 2 5 0,4-1-23 16,0 2 36-16,4 0-29 0,2 0-18 16,1-2 25-16,3 1-1 0,0 1-7 0,-1-2 2 15,4 1-20 1,-3-1-9-16,0 1 4 0,0-2-3 0,0 0-5 0,0 0 7 15,-4-3-16-15,1 3-50 0,-4-3 52 0,0 2 13 0,1 1-42 16,-1-1 26-16,-6-1-15 0,-1 2-14 0,1-1 95 16,-3 0-87-16,-4-1 31 0,0 1-12 0,-3-2 16 15,0 2-24-15,-1-2 8 0,-2 0-30 16,3-2-43-16,-3 1-37 0,-1-2-47 16,4 0-118-16,-3-1-331 0</inkml:trace>
  <inkml:trace contextRef="#ctx0" brushRef="#br0" timeOffset="10126.94">20584 5076 1309 0,'3'-2'5'0,"-3"2"-9"0,0 0 17 15,0 0 17-15,0 0-38 0,0 2-52 16,-3-2-22-16,3 3 114 0,-7 1 45 0,4 1-42 16,-4 4 19-16,1 2-24 0,-1 2 34 15,1 1 66-15,-1 2-54 0,1-1-27 16,2 3 7-16,1 1-7 0,3-1 13 0,-3 2 4 0,3 0-51 16,0-1-7-16,-4 0 0 0,1-1 19 0,3-2-6 15,-3-1 5-15,3 1 1 0,0-4-18 16,-3 0-1-16,-1-1-5 0,1-3 8 0,0-1 8 0,-1 0-20 15,1-2-44-15,0-1-68 0,-4 0-47 16,4-1-149-16,0-2-66 0,-1 2-274 0</inkml:trace>
  <inkml:trace contextRef="#ctx0" brushRef="#br0" timeOffset="10463.89">20682 5217 1469 0,'0'-2'137'0,"0"4"-134"0,4-2 30 0,-4 1 104 16,3 1 31-16,-3-2-17 0,3 0-63 16,-3 0-63-16,0 0-66 0,0 1-61 0,-3-1-47 15,0 0 43-15,-1 2 63 0,1-1 45 0,0 2-42 16,-4 0 58-16,1-1 7 0,-4 3-7 0,0-1-12 15,0 2 15-15,-3-2-6 0,3 3 7 0,4-2 17 16,-4 1-32-16,3 0 14 0,4-1 27 16,-4 2-3-16,4 0 11 0,0 2 3 0,-1-2-10 15,4 1-26-15,0 0 18 0,0 0 20 0,4 0-38 16,-1 0 6-16,0-1-13 0,4 0 11 16,-4-3 2-16,4 0 14 0,3-1-70 0,-4 1-6 15,4-1-42-15,0 0-54 0,-4 0-97 0,4-2-105 16,-7 0-101-16,4-1-229 0,16 3 429 15</inkml:trace>
  <inkml:trace contextRef="#ctx0" brushRef="#br0" timeOffset="10785">21066 5296 1419 0,'-3'0'-268'0,"0"0"234"15,3-2 149-15,-7 2 43 16,4 0-51-16,0-1-42 16,-4 1-8-16,-3 0-18 0,0 0-24 15,-6 0 40-15,0 0-23 0,-4 1-38 0,3 1 45 0,1-1-40 0,3 1 8 0,0 1 10 16,3-1 4-16,3 1-4 0,1 0-23 0,3 1 22 16,-4-1-1-16,7 1 26 0,-3 1 9 0,3-1 1 15,3 3 5-15,0 0-4 16,1 1-10-16,2 2 1 0,1 0-10 0,3 0 10 15,-4 1-38-15,1-2-3 0,-1 1 14 0,-3-3-1 16,1 0 12-16,-4 0-14 0,3-2-20 0,-3 2 1 16,0-1 11-16,0-2-20 0,0 1 20 0,-3-1-1 15,-1-1-12-15,1-2 6 0,0 0-21 0,0 2 21 0,-4-3 13 16,1 2-7-16,-1 1-4 16,-3-3-78-16,-3 1-84 0,-3-1-110 0,-7 0-165 15,0-1-458-15</inkml:trace>
  <inkml:trace contextRef="#ctx0" brushRef="#br0" timeOffset="14264.08">16914 6191 1114 0,'0'0'-228'0,"0"0"92"0,0 0 245 0,0 0 95 0,0 1-155 0,0 0 37 0,0 2 83 0,3 1-102 0,-3 3-52 0,3 3 1 0,-6 0 101 16,0 2-22-16,-1 0-44 0,-2 1 43 0,-1 1-17 15,-6 2-36 1,-3-1 21-16,-4 1-3 0,-3-2-42 15,-3 0-3-15,-1-1-3 0,1-4 26 0,0 3-26 0,0-4 3 0,-1 2-9 16,1-3 4-16,0 2 16 0,0-4-4 16,-1-1 14-16,1 1-28 0,0-3 23 0,0 0-18 0,-4-1 7 15,4-1 16-15,0-1 2 16,-4-2-5-16,4 0-41 16,-1-2 30-16,8 0 6 0,-1 0 7 0,4-2-8 0,-1-2-11 0,4 1 21 0,3-2-5 15,0-1-12-15,7-1-29 0,0 0 13 0,6-3-19 16,0 1 22-16,7-3-9 0,3 2-41 0,1-3 14 15,2 1 27-15,4-2-19 0,-1 1 3 0,4 2-3 16,4 2-6-16,-4 0 45 0,0 3-38 16,3 0 13-16,0 1-3 15,4 0-6-15,-7 3 37 0,0 1-73 0,0 1 57 0,0 2-21 0,-4 0 17 16,1 1-45-16,-4 2-20 0,-3 0 5 0,1 0 20 16,-1 3 2-16,3 0 3 0,1 3 43 0,2-1-27 15,-2 1-11-15,2 3 16 0,1-2-12 0,-7 2-12 16,4 1-10-16,-4 0-23 0,0 0 40 15,0 0-15 1,-3 1 16-16,0 1-3 0,0-1 19 0,-1 0-13 0,-2 0-36 0,-4 1 3 0,1-1-4 16,-4 0-64-16,0 1 14 0,-7-4-72 15,4 2 25-15,-7-2-84 0,0 2 147 0,-3-3 65 16</inkml:trace>
  <inkml:trace contextRef="#ctx0" brushRef="#br0" timeOffset="14553.5">16579 6275 1129 0,'0'0'283'0,"3"0"-101"0,-3 0-83 0,3 2-77 0,1-2-14 0,-1 2 62 0,3 1 22 0,4 4-56 0,3 2-22 0,1-1-7 0,-5 4 6 16,1-3 12-16,-3 1-2 0,-1 2-38 0,-2-3 12 0,2 1 30 0,-2 0-6 0,-1-1-4 15,0-2-14-15,-3 1-1 0,3-1 1 0,1-1 0 0,-4-3-1 16,3 0 12 0,0-2 3-16,-3 0 18 0,0 1 11 0,0-2-9 0,0 0 30 15,4 0-1-15,-4 0-7 0,-4-2-6 16,8 1-41-16,-4 1-8 0,0-1-15 0,0 1-38 0,0-2-81 16,3 1 21-16,0-2-115 0,0 0-182 15,4-1-521-15</inkml:trace>
  <inkml:trace contextRef="#ctx0" brushRef="#br0" timeOffset="15059.07">17291 6274 1049 0,'0'3'-39'15,"0"1"36"-15,-3 0 38 0,3 3 10 0,0 2 62 16,-3-2-13-16,-1 0-35 0,1 0 2 15,-4 1-26-15,1-1-8 0,-4 2-16 16,0-1-1-16,0 1 3 0,1-4-7 16,-5 1 11-16,1 0-1 0,0-2 0 0,-3-1 13 0,-1 0-16 0,1-1 55 15,-4 0-23-15,0-1-34 0,-2-1 14 16,2-1 2-16,0-1-20 0,0 0 35 0,4-1-23 16,3 0 42-16,0-1-20 0,0-1 29 15,6 0 6-15,0 1-31 16,4-4-33-16,3 3 5 0,0-4 23 0,3 2-30 0,4-3-2 0,0 2-1 15,2-2 1-15,5 0 5 0,-1 0 22 0,3 2 13 16,-3 1-21-16,4 0 21 0,-4 3 40 0,3-1-48 16,-3 2-12-16,4 3-7 15,-4 0-30-15,0 0 14 16,3 3-27-16,-2 2 27 0,-1-1-36 0,0 0 23 0,-3 2-1 0,0-2-13 16,-4 1 11-16,1 0-28 0,3 0-112 0,-4 1-93 15,1 0-79-15,-1-2-104 0,1 0-327 0</inkml:trace>
  <inkml:trace contextRef="#ctx0" brushRef="#br0" timeOffset="15557.61">17764 6169 1721 0,'3'-1'39'0,"-3"0"-8"0,3-1 71 0,-3-1 46 0,0 2-26 0,0 1-44 0,-3-1-37 0,0-1-64 0,0 2-73 0,-1-1-45 0,-2 1 109 0,-4-2 13 0,-3 1 17 16,-4-1-17-16,-2 1-21 0,-4 1 19 15,3 0 25-15,4 0-29 0,-1 1-5 0,4 2-4 16,3 0 21-16,0 1 75 0,0 1-66 0,1-1 15 15,2 0 0-15,4 2 7 0,-4-1 23 0,4 1-28 16,0 1 19-16,3 0-13 0,0 0 4 16,0 2-26-16,0-1-6 0,0 1 18 15,0-2-4-15,3 2 18 0,0 0 4 0,1-1-3 0,5 1-6 16,1-1-2-16,7 2-63 0,-4 0 56 0,3 0-12 16,4-2-1-16,0 1 20 0,-1-1-4 0,1 2-18 15,0 0 10-15,-1-1-20 0,-6-4 20 0,-3 2-17 31,-3 0-5-31,-4 0 8 0,-3 0 5 0,0 1 7 0,-3-1 8 16,-4-2-11-16,1 1 41 0,-4 1-25 0,-3-1 5 0,0-1-6 16,0 1-5-16,-4-2 2 0,4-1 27 15,-3 0-10-15,2-2-3 0,-2-1 20 0,3 2-5 16,0-4-30-16,0 1 77 0,-1-2-77 0,-2 0-46 0,3 0-24 16,3-1-59-16,0 0-82 0,0-2-68 15,4 0-332-15,19 5-94 16</inkml:trace>
  <inkml:trace contextRef="#ctx0" brushRef="#br0" timeOffset="64029">17948 6459 354 0,'0'0'5'0,"0"0"50"0,0 0 63 0,3 0-58 0,-3-2 13 0,0 2 1 0,0 0 24 0,3 0-9 0,-3 0-52 0,4 0 10 16,-1-1 15-16,-3 1-21 0,3 0 3 15,0-2-4-15,-3 2 8 0,4-1-32 16,-4 0 28-16,0 1-21 0,3-2-16 0,-3 2 16 0,3 0 0 15,-3-1 10-15,4 1-14 0,-1-2 2 16,-3 2-1-16,3 0 7 0,0 0-4 16,-3 0 5-16,0 0 3 0,0 0-17 15,0 0-13-15,0 2 1 0,0-4 15 0,0 4 0 0,0-2-9 0,0 0 28 16,4 1-23-16,-4-1 9 0,3 0-22 0,0 0 3 16,1 2-11-16,2-2 6 0,1 1 23 0,-1 0-6 15,1 1 7-15,3 1-16 0,-1-2 22 16,5 0-18-1,2 2 6-15,-3 0-4 0,4-1 12 0,-1 0-2 16,-3 0 0-16,4-1-24 0,2 2 19 0,4 0 5 0,0 0-32 0,3-1 35 0,1 1-14 16,-1-1-1-16,0-1 17 0,-3-1-33 15,0 2 2-15,0-1 20 0,-3-1 1 0,0 1-21 16,-4-1 7-16,0 0 5 0,-2 0 6 0,-5 2-4 16,-2-1-4-16,-4-2 5 15,1 2-9-15,-4-1-6 16,0-1 3-16,0 2-13 0,-4-1 12 0,4 0-20 0,0 0-4 0,0 0-18 15,0 0-42-15,-3 0-6 0,3-1 7 0,0 1-9 16,0 0-11-16,0 0-8 0,-3 0-31 0,3 0-42 16,0 0-8-16,-4 0-8 0,4 0 16 15,-3-2 112 1,3 1 54-16,-3 1 8 0,3-1 13 0,-3 1-6 0,-4-3-7 0,0 0-8 0,-2-1-4 0</inkml:trace>
  <inkml:trace contextRef="#ctx0" brushRef="#br0" timeOffset="64394.76">18355 6401 332 0,'-3'-2'8'0,"3"1"44"0,0 1 121 0,0-1-21 0,3-1 27 0,-3 2-35 0,0 0-50 0,3 2 5 0,-3-2-26 0,0 0-32 0,3 0-4 0,1 1-15 0,-4-1 0 0,3 0-24 16,0 1-10-16,-3-1 9 15,0 0-9-15,3 0 28 0,-3 0-1 0,0 0 0 0,4 2 17 0,-4-2-3 0,3 0-10 16,-3 1 23-16,3-1-13 0,1 2 13 15,2-2-12-15,1 1-13 0,-1 0 11 0,4 2-20 16,3 2 13-16,4-3 18 0,2 4-18 16,-2 0-24-16,-1-2-13 0,1 1 30 15,-4 1-24-15,0 1 31 0,0 0-19 16,-3 0 6-16,3-1-13 0,-6-2-2 0,-1 0-31 0,1 1 19 0,-4-1-6 16,-3-1-8-16,3 0 17 0,-3-1-18 0,-3 1 31 15,0 0-57-15,-1 0 36 0,1-2 21 0,-3 2-28 16,-1-2 11-16,-3 2 36 0,0 2-45 15,-3-1 39-15,-3-1 3 32,3 1 8-32,-4 0-5 0,-2-1-20 0,2 1-2 0,-3-1 8 0,4 1 0 0,3-1 1 0,0 1 17 15,3-1-3-15,0 0-15 0,0 0-60 0,4-1-72 16,-1 1-93-16,1-1-145 0,2 1-28 0</inkml:trace>
  <inkml:trace contextRef="#ctx0" brushRef="#br0" timeOffset="64876.74">19057 6538 911 0,'-3'2'23'0,"0"3"-18"0,-1-1 47 0,-5 3 47 0,-1 0-19 0,-3-1-19 0,0 1 18 0,-4-2-39 0,4 1-14 0,-7-2-12 0,4 1-19 15,-1-3 59-15,1 3-18 0,-4-4-7 16,7 0 25-16,-3 1-24 0,3-2-35 16,0-2 15-16,-1 1 24 15,5 0-15-15,-1-1 8 0,0-1-9 0,3 1 28 0,-3-3-16 0,7 1-28 0,0-3-17 16,0 1 43-16,3-2-12 0,0 2 34 0,6-2-27 16,-3 1-32-16,7-2 10 0,3 1-6 15,1 1 43-15,2-2 4 0,4 2 6 0,-4 0-34 16,7 2 20-16,-3 0-27 0,3 2 28 0,-4 2 47 15,1 0-56 1,0 1-16-16,0 1 18 0,-4 0-32 0,0 2 1 16,-3-1-17-16,-3 2 20 0,3 0-33 0,1 0 2 0,-8 2-54 0,1 1-111 15,-4-1-88-15,-6 1-82 0,-1 1-346 16</inkml:trace>
  <inkml:trace contextRef="#ctx0" brushRef="#br0" timeOffset="65955.03">17964 6553 946 0,'3'2'-98'0,"1"-1"110"0,-4 0 149 0,6 2 52 0,4 0 2 0,0 1-61 0,0 3-51 0,3 2-42 0,3 1 8 0,1 2-38 0,-4 1 33 15,7 3 39-15,-4 1 12 0,7 1-62 16,0 2 36-16,0-1 4 0,0 1-86 0,0-3 40 16,-7 1-12-16,4-1-17 0,-4 0-10 0,1-3 6 15,-1 2 3-15,1-3-8 16,-1-1-12-16,1 0 13 0,-4-1 11 16,3-1-16-16,-3 0 4 0,0 0-14 0,-3-3-2 0,-3 0-2 0,-1-2 8 15,-2-2 3-15,-1 0 4 0,0 0-3 0,0 0 3 0,-3-2-6 16,4 0 12-16,-4 1-7 0,3-2-8 15,-3 0-2 1,0 0 16-16,0 0-19 0,0-2-6 0,0 2-13 0,-3 0-7 0,-1-1-5 0,4 1 20 16,-3-1-12-16,3 1 8 15,-3-2-12-15,0 1-18 0,3-2 6 0,-4 2-25 0,1-4 23 16,0 3-12-16,-1-3 60 16,1 0-30-16,-3-2 22 0,2 1-20 0,1-1 18 0,0 0-23 15,-1-2 13-15,-2 2 5 0,6 0 15 16,-3 2-1-16,3-1 8 15,0 2-4-15,-4-2 9 0,4 2-12 0,0 1-2 0,0-1 3 0,0 1 4 16,0 0 2-16,0 0 11 0,0 0-14 0,0 1-4 16,0-1 34-16,-3 1-8 0,3 0 7 0,0 0 9 15,0 2-11-15,0-1-12 0,0 2 3 16,0-1-9-16,0 0 12 0,3 2-16 16,-3-2-8-16,0 1-4 0,4-1-8 0,-4 1-14 0,3 1-29 15,-3-1-6-15,3 1 42 0,-3-1 33 0,3 3 26 0,-3 1-9 16,4 0 3-16,-1 2-1 0,4 3 17 15,-4 1-1-15,3 1-28 0,1-1-10 0,0 0-13 16,-1 1 8 0,1-3 24-16,-1 1-26 0,-2-1-14 15,-4-1 25-15,0-1-21 0,0-1 3 0,-4 1-8 0,1-1 7 0,-4-2 17 16,1 0-19-16,-1-1 20 0,-3 1 3 16,1-1 28-16,-1 0-38 0,-3 0 26 0,-1-2-20 0,1 0 0 15,-3 1-16-15,3-2 6 0,0 1-31 16,3-1-54-16,3 0-58 0,1 2-90 15,2-2-76-15,1 1-128 0,3-1-353 16</inkml:trace>
  <inkml:trace contextRef="#ctx0" brushRef="#br0" timeOffset="66578.22">18782 6993 887 0,'0'-1'45'0,"0"0"71"0,0 1 32 0,3-2 52 0,3 1-49 0,1-1-65 0,0 1 4 0,-1 0-46 0,1-1-13 0,-4 1-13 0,4-1-19 0,-4 0 47 0,3 0 40 0,1-1-56 15,-1 0 10-15,1 1 10 0,0-1-5 0,-1 0-30 16,1-1 44-16,3 1-14 0,-4-1-9 0,1-1-6 16,-1 1 29-1,1 0-19-15,-4 1-36 0,4 0 40 0,-1 1-11 0,1 0 9 16,-4-1-8-16,0 3-9 0,1-1 0 0,-1 1-8 0,-3 0-11 16,0 0-3-16,0 1-9 0,0 1-29 15,0-2 0-15,0 1-20 0,0-1 19 0,-3 3 43 16,-1 1 31-16,4 3-13 0,-3 2-4 15,0 2-16-15,0 0 7 0,-1 2 16 0,1 1 5 16,0 0 8-16,-1 2 0 0,4 1-34 0,-3 1 21 16,0-1-15-16,3 1 9 0,-3 1-14 0,3-2-8 15,0-2 6-15,0-1 4 0,0-1 25 0,-4 1-17 16,4-1-12-16,0 1-6 0,-3-3 0 0,3-1 7 16,-3-2-4-16,-1 0-6 0,1-3 8 15,0 1-7-15,0-2 6 16,-1-1-11-16,1 0-32 0,3 0-53 0,-3-1-105 0,3 1-116 0,0 0-312 15,0 0-642-15</inkml:trace>
  <inkml:trace contextRef="#ctx0" brushRef="#br0" timeOffset="67843">17941 6739 637 0,'0'2'-43'0,"0"-2"91"16,0 0 121-16,3 3 42 0,-3-2-96 0,4 1-56 0,-4-1-12 0,3 2 4 0,-3-2 21 0,-3 3-27 0,3-1-11 0,0 0 23 0,-4 1 48 0,4-1-32 15,0 1 10-15,-3 1 24 0,3 0 24 16,3 4-9-1,1-1-4-15,-1 5-19 0,4 1-9 0,-1 1-21 16,4 4-7-16,3 2-29 0,0 0-14 0,4 2 2 0,-1 1-2 16,0 1-9-16,1 1-10 0,-4-2-10 0,0 1 12 0,0 0-15 0,0-1-17 15,1 0 18-15,-5-3 5 16,5 1 8-16,-5-3 15 0,5 3-9 0,-5 0-11 16,4-2 17-16,-3 1-15 0,0-3-6 0,-3-1 19 15,-1 0-45-15,1-3 48 16,-1 0-2-16,-2-1-26 15,-1-2 10-15,-3 1-10 0,0-2 3 0,0 0 7 0,0-3-1 0,0 0 7 0,-3 0-4 16,3-3-1-16,-4 0-27 0,4 0 7 0,0-1-16 16,0 0-1-16,0-3 13 0,0 1 17 0,0-2-9 15,0 1-1-15,0 0-15 0,0 0-9 0,0 0 3 16,0-1-10-16,0-1-2 0,0 1-8 16,0-1-46-16,-3-2-22 0,3-1 44 15,0-1 41-15,-3-1-12 0,0-2 24 0,3 2 13 0,-4-1 7 16,1 1-15-16,0-2 11 0,3 2 7 0,-4-1 11 15,4 1-11-15,-3-2 13 0,3 2 1 16,-3 0-15-16,0-1 24 16,3-1-6-16,0 2 11 0,-4-1-21 0,4 2 9 15,0-1 13-15,0 0-3 0,0 0 13 0,0 1-8 0,0 1 39 16,0-1 7-16,0 3-7 0,0 0-28 0,4 3-11 16,-4 0-13-16,0 0-5 0,0 2 6 0,0-2-30 15,3 1 10-15,-3 1-21 0,3-1-9 16,-3-1-4-16,0 1 42 0,0 2 28 0,0 1 3 15,0 1 3 1,3 2 3-16,-3 1 8 0,4 1-23 0,-1 0-4 0,-3 1 12 0,3 0-22 0,-3 0 13 16,0 0 3-16,0-2 5 0,0 1-21 0,0-1-8 15,0 1-1-15,-3-2 3 0,0 0-9 0,-1-1 5 16,4-2-7-16,-6-1 0 0,3 1-7 0,-1-1 2 16,-2 1 17-16,-1-1-12 0,-3 0 42 15,1-1-8-15,-5 0 2 16,1-1 21-16,-3 1 13 0,-4-2-46 0,-3 0-71 0,-6 0-18 0,2-2-93 15,-2-1-50 1,-1 2-174-16,1-2-276 0,2 3 271 0</inkml:trace>
  <inkml:trace contextRef="#ctx0" brushRef="#br0" timeOffset="68955.11">18237 7331 414 0,'0'-2'149'0,"3"2"21"0,-3 0-20 0,3 0 26 0,0 0-5 0,-3-1-62 0,4-1-23 0,-1 2 44 0,0-1-46 0,1 1-33 16,-1-1 25-16,0-1-3 0,0 2-31 15,-3-1-19-15,4-1-9 0,2 1 8 0,-2 0 13 16,-1-1 4-16,0 1-16 0,0-1-3 15,1 1 3-15,-1 0 9 0,-3-1 17 16,3 1-9-16,1 1-11 0,-4-2 11 0,3 1 3 0,0-2-4 16,-3 2-10-16,7-2-10 0,-4 1 17 0,0-2-11 15,4 1-1-15,-4 1 35 0,4-3-28 16,-1 3 20-16,-2 0-30 0,-1-1-13 0,0 2 12 16,0-1-11-16,-3 1-10 0,4-2 13 15,-1 2-9-15,-3-1 0 0,0 1 7 0,3-2 5 0,-3 2-12 16,0-2 11-16,3 2-3 0,-3-2-4 0,0 0 2 15,4 1 6-15,-1 0-1 0,-3 0 1 0,3-1-5 16,1 2-13-16,-4 0 13 0,3-1-3 16,0 1 0-16,0-1-1 0,1 0 1 0,-4 0-1 15,0 1-11-15,0-1 8 16,3 2-5-16,-3 0 4 0,0 0-12 16,0 0 12-16,0 0-9 0,-3 0 7 0,3 0-6 0,0 0 7 0,0 0-5 0,0 0-3 15,0 2-4-15,0-2-4 0,-4 0-10 16,4 1 8-1,0 1-10-15,0-1 4 0,0 0 33 0,-3 4-12 16,3-1 11-16,-3 1 9 0,-4 4-10 0,1-1 13 0,-4 2-5 0,3 0-16 16,-2 1 14-16,2 1-8 0,0-2-6 15,1 1 4-15,-4-1 3 0,3 0 1 0,1-2 3 0,-1 1-12 16,1-2-4-16,2 0 7 0,-2-2-6 16,3 1 14-16,-1-2-7 0,4 0 1 15,-3 1-1-15,0-2-2 0,-1 1-12 0,-2-1-28 0,6 1-16 16,-7-1-61-16,4 1-100 0,0 0-42 0,3 0-224 15,-4-1-321-15,4 4 173 0</inkml:trace>
  <inkml:trace contextRef="#ctx0" brushRef="#br0" timeOffset="69880.17">18575 7503 340 0,'0'0'144'16,"-4"0"64"-16,4 0 37 0,0 0 3 0,0 1-52 0,-3 1-87 0,3-2 0 0,0 1-19 0,0-1 17 0,-3 0 20 0,3 0-35 0,0 0 17 16,3 0-43-16,-3 2-3 0,0-1-16 0,0-2-5 15,0 1-7-15,0 0 3 0,0 0 0 16,0 1-7-16,3-1 3 0,-3 0 0 0,4 0 0 16,-4 0-12-16,0 0 10 0,0 0-6 0,0-1-9 15,3 1 8-15,0 0-5 0,-3 0 3 16,0 0-11-16,0 0-2 0,4 0 0 0,-4 0-3 15,3 0-5-15,-3 0-2 0,3 0-2 0,0-2-4 0,1 2-5 16,-1 0 6-16,0 2-5 0,1-2 7 16,-1 0-12-16,0 0-2 0,0 0 5 0,1 0 8 15,2 1-6 1,-2-1-2-16,2 1-2 0,1-1 8 16,-1 2 7-16,1-1-15 0,-1 1 4 0,1-1-16 0,0 0 2 0,-4 1-10 0,0-1-24 15,-3 1 45-15,0 0 14 0,0 1-2 0,3 2-10 16,-3-1-5-16,0-1 0 0,0 1 13 15,0 0-2-15,0 0-12 0,-3 0 5 0,0 1-10 16,0 0 21-16,-4 1 2 0,4 1 6 16,-4 0-21-16,-3 0-1 0,0 2 24 0,-3-1-23 0,0 1 41 15,-7 0-11-15,1 1 11 0,-1 2-12 16,0-1-3-16,1-1-4 0,-1 0-9 16,0 0 2-16,4-1 3 0,-1 1 12 0,4-1-27 15,0-1 18-15,0 1-13 0,6-2 19 0,1-2-17 16,-1 1 7-1,4 0 7-15,-4-3-2 0,4-1-2 0,3 1 3 0,-3 0 7 16,3-2-2-16,3-1-11 0,-3 2 16 0,0-2 11 0,3 0 3 16,-3 1 24-16,4-1 1 0,-4 0-14 15,3 0 7-15,0 0 4 0,1 0-16 0,2 0-27 0,1 2-9 0,6-2 8 16,3 0-8-16,7 0 7 0,0 0-11 0,0 0 4 16,0 1-2-1,3-1 1-15,-3 1 0 0,4-1-4 0,-1 0 14 0,-6 2-7 16,-4-2-7-16,-3 0-1 0,0 1 5 0,-3-1 0 15,0 0 0-15,-3 0-4 0,-4 0 3 16,-3 0-20-16,3 0-14 0,0 0-40 0,-3 0-51 0,4 0-118 16,-4-1-230-16,0 1-523 15</inkml:trace>
  <inkml:trace contextRef="#ctx0" brushRef="#br0" timeOffset="86573.13">19688 6546 683 0,'0'2'26'0,"0"-1"139"0,-4-1 16 0,4 1-14 0,-3 1 22 0,3-2-52 0,0 1-75 0,0-1 32 0,0 0-40 15,0 2-7-15,3-2-19 0,-3 1 8 0,0-1 28 16,0 1 22-16,-3-1-41 0,3 0-13 0,3 2 0 31,-3-2 1-31,0 0 23 0,0 0 3 16,0 0 15-16,-3-2 9 0,3 2 33 0,0 0 3 0,0-1-22 0,3 1-15 0,-3-1-22 15,0-1 1-15,0 1-33 0,0-2-22 0,7-3-11 0,-1-1 11 16,1-3-5-16,3-2-1 0,0-1 3 16,0-1-19-16,-1-3 13 0,5 0-4 15,-5-3 6-15,1 1-4 16,0-3-12-16,0 1 33 15,0 0 5-15,0 1-35 0,3 0 13 0,0 2-5 0,-3 1 20 0,3 2-6 0,-3 2 5 0,3 2-2 16,0 2 10-16,0 1 0 0,-3 2-2 0,0 2 0 16,0 2-8-16,-4 1-4 0,1 0-7 0,-1 1-24 15,-2 1-4-15,-4 0-3 0,3 2 18 16,3 2 16-16,4 3-6 16,0 3 4-16,3 3-24 0,-3 2 20 0,-3 1 4 0,-1 0 7 15,-6 3-8-15,4 1 1 0,-4-2 2 0,3 1 0 0,-3-1-5 16,0-2 3-16,0-1 9 0,0 1-13 15,0-1 7-15,0-1-22 0,0 0 0 0,0-3-25 16,3 0 36-16,-3-1-27 0,-3-1 10 0,3-2-2 16,0 1-4-1,0-4-12-15,0 1 1 16,0-3-6-16,0-2-22 0,0 1-19 0,3-1-2 0,-3-1-2 0,0 0 28 0,0-1-13 16,-3 1-2-16,3-2-6 0,0-1-106 0,0 0-119 0,-3-2 111 15,-1-2-70-15,1-3 54 16,-4 0-154-1,-2-3 279-15</inkml:trace>
  <inkml:trace contextRef="#ctx0" brushRef="#br0" timeOffset="86770.33">19770 6387 774 0,'3'0'246'0,"-3"0"-37"0,0 0-3 0,3 1-15 0,1 2 2 0,2-2-48 0,1 2-29 0,3 0-19 0,3 0-44 0,3 0-1 0,-3 1 18 0,4-3-35 0,-1 2-28 0,0 0 8 0,4-2 12 0,0 1-19 16,-4-1-33-16,1-1 0 0,-1 0-21 0,-3 0-61 15,0-1-107-15,0 1-99 0,4-2-130 16,-4 1-401-16</inkml:trace>
  <inkml:trace contextRef="#ctx0" brushRef="#br0" timeOffset="87186.88">20367 6171 494 0,'-3'4'167'0,"-4"-1"59"0,4 1-50 15,-4 3 12-15,-2 3 65 0,2 3 8 0,-3 1-151 16,0 4 26-16,0 2-36 0,1 2-48 15,-1 2 21 1,-3 2 31-16,3-2-85 0,3-2-10 0,1 0 33 0,2-3-1 0,1-2-19 0,0 2 35 0,0-4-54 16,-1 2 26-16,4-3-27 15,0-1 8-15,0-2-8 0,0 0 30 0,0-2-25 0,0-2-3 0,0-1 14 16,4-4-47-16,-1 1-9 16,-3 0 3-16,3-3-2 0,0 0-18 15,-3 0-50-15,4-1-79 0,2-1-41 0,1 1-189 0,6-3-132 0,-3-1 42 16,-4-2 415-16</inkml:trace>
  <inkml:trace contextRef="#ctx0" brushRef="#br0" timeOffset="87421.21">20137 6310 1102 0,'4'2'101'0,"2"-1"93"16,4 2-28-16,3 1 77 15,7 1-116-15,3 0-38 0,0-1 16 16,3 1-28-16,-3-2-20 0,0-1-42 0,0 1-62 0,3-1 77 0,-6-1 9 0,3 0-8 16,-7-1-37-16,-2 0-14 0,-1 0-72 0,-4 0-58 15,5 0-95-15,-5 0-74 0,1-1-411 16,0 1 176-16</inkml:trace>
  <inkml:trace contextRef="#ctx0" brushRef="#br0" timeOffset="88228.97">20909 6325 518 0,'0'1'308'0,"0"3"-22"16,0 0-33-16,3 5-110 0,-3 1 34 16,3 1-55-16,-3 2 40 0,0 0-58 0,0 3-31 15,4 0-13-15,-4 1-17 0,-4 1 4 0,4-2-28 16,-3-1 17-1,0-1-21-15,-4-1-9 16,4 0 4-16,0-3-13 0,-1 0 25 0,-2-2-6 0,3-1 7 0,-4-1-7 0,4-3-5 16,3-1 1-16,-4 0 17 0,4-2 22 0,0 0 14 0,0 0-2 15,0 0 14-15,0-2-15 0,0 1-30 16,0 0-30-16,0-2-9 16,4-2 4-16,-1 0-8 15,0-4 2-15,1 1-5 0,2-3-18 0,1-1-4 0,-1 0 22 0,1-1-25 0,-1 0 7 16,1-1-22-16,-1-1 2 0,1 0 54 0,-4 1-9 15,4 2 3-15,-4 0 12 0,0 4 9 0,1-1-16 16,2 2-6-16,-2 3 40 0,2 0 14 0,1 1-20 16,-4 3 7-16,0 0-19 0,4 0-37 15,-4 2-20-15,0-1-16 16,4 2 28-16,3 0 4 0,0 4-1 0,3 1 11 0,0 2 25 0,-3 1-12 0,-4-1-41 16,1 3 38-16,-4-2 22 0,1 0-10 15,-1 1-23-15,0-1 13 0,-3-3-11 16,0 1 8-16,-3-2 0 15,3-3 0-15,0 0 17 0,0-1-17 16,3 0 4-16,-3-1-11 0,0-1 24 0,0-1-8 0,0 1 15 0,0-2-3 0,0 1 0 16,0 0 9-16,0-1 5 0,0-1 13 0,0 1-35 15,0-1-33-15,3-1-10 0,1-1 18 16,2 0 9-16,4-3-5 0,0-3-8 16,0 2-5-16,6-4 0 0,-3 0-35 0,0-1-12 15,4-1 56-15,-4-2 7 0,3 4 15 0,-2-3-20 16,2 3 20-16,-3 2 20 15,-3 1 35-15,0 4 8 0,-4 1 12 0,1 1-23 0,-1 1 14 0,1 1-14 16,-4 1-40-16,1 1-18 0,2-1-8 0,-6 2-17 16,7 1 35-16,-1 2 6 0,4 4-8 0,3 1-1 15,4 1 0-15,-4 0-6 0,0 0-10 0,-6 1-3 16,-1-2 4-16,-3-1 1 16,-3 1 2-1,4-1 17-15,-4-2-6 0,0 1 2 0,0-2-12 0,0-2-37 0,0 0-19 0,0-2-36 16,0-1-52-16,0 1-24 0,0-2-57 0,0 0-13 0,0 0 46 15,0-2 76-15,0 2-46 16,0-3-361-16,0 1 148 0,3-3 336 0</inkml:trace>
  <inkml:trace contextRef="#ctx0" brushRef="#br0" timeOffset="88522.72">21480 6333 611 0,'3'1'163'0,"1"2"36"0,-1 0 3 0,7 4-75 0,0 0-46 0,-1 0-17 0,1 2 7 0,0 1 33 0,0 0-81 0,-3-1-7 0,-4 3-15 16,0-2-1-16,-3-1 4 0,-3 1 19 0,0-1-7 0,-4-1-8 16,-3 1-9-16,4-2 11 0,-4-2-14 0,0 0 15 0,0-1 7 0,3-3 20 0,4 1-16 0,-7-1 7 0,4-1-1 15,-1-1 8-15,1-2 54 0,-4 1-42 0,3-2 1 0,1 0-24 0,-4 0 2 16,3 0-3-16,1-4-24 15,2 1 9-15,1 0 9 0,0-1-10 0,3-1-7 16,0 2 5-16,0-1-10 0,3 1 8 16,4 0 19-16,-4 0-11 0,3 1-12 0,-2 2-4 0,6 0 10 0,-7 1-1 15,3 0-12-15,1 0-58 0,-4 0-68 16,1 1-109-16,2 0-221 0,4 1-434 0</inkml:trace>
  <inkml:trace contextRef="#ctx0" brushRef="#br0" timeOffset="88921.14">21930 6274 442 0,'-4'-2'102'0,"-2"2"117"0,-1 0-126 0,-6 0 42 15,3 0-46-15,-3 0-39 0,3 0-5 16,-3 2 0-16,0-2-21 0,-3 1 2 0,-1 1-33 15,4 0 6-15,0 0 19 0,0 1-27 0,0-2-3 16,3 2 30 0,0 0-5-16,4 0-2 0,2 2 16 15,1-1-20-15,0 2 26 0,3 1-28 0,3-1 55 0,0 1 45 16,7 1-84-16,0 1 3 0,3 1-39 0,3 0 23 0,4-1-44 0,0 1 29 16,0 2-40-16,3-1 35 0,0-1-2 0,-4 1-15 15,1-1 14-15,-7-2 12 16,-3 1-26-16,3-1 13 0,-6-1 28 15,-1-1-14-15,-3 1 16 0,-3-1-2 0,0-2-5 0,0 0-7 0,-6 0-16 16,3 1 36-16,-7-3 15 0,0 3 19 16,-3-2-52-16,-7-1 35 0,0 1 22 0,-3 0-52 15,0 0-3-15,0-2 20 0,4 1-11 0,-1-2-10 16,0 0-19 0,7 0-9-16,0 0-43 0,7-2-85 0,-1 2 7 0,0-1-94 0,4 1-44 0,0-2 52 15,3 1 129-15,0 0 49 0</inkml:trace>
  <inkml:trace contextRef="#ctx0" brushRef="#br0" timeOffset="89338">22032 6200 1192 0,'0'0'57'0,"0"0"-36"0,0 0 5 0,0 2-4 0,-4-2-31 0,4 3 110 0,-3-1 70 0,-4 6-36 0,4 1-32 15,-7 3-35-15,4 3 16 0,-4 2-34 16,0 0 44-16,0 1-30 0,0 1 5 0,4 1-9 15,-1 1-24-15,1 0 18 0,-1 1-43 0,0 0 7 16,1-1 4-16,-1 0 15 16,1 0-24-16,-1-1 3 0,1-2 13 0,-1-1-6 15,4-3-16-15,0 0-3 0,-1-1 15 0,1-2-30 0,0-2 44 16,3-1 4-16,-4-1-34 0,4-1 32 16,4-2-23-16,-1-1 33 0,0 0-17 0,7 0-24 15,0-2-44-15,3 2-11 0,7 0-11 0,-4-2 1 16,7-1-24-16,-3 0-5 0,-4-3-68 15,4-1-93-15,-4-3-40 16,-3 0-186-16,-3-3-66 0,-3 0 286 0</inkml:trace>
  <inkml:trace contextRef="#ctx0" brushRef="#br0" timeOffset="89589.16">21917 6412 1202 0,'3'0'172'0,"-3"0"38"0,3 0 2 0,0 0-53 16,4 0-50-16,0 0-34 16,6 0-16-16,-3 0-16 0,6 0-4 15,0-1 0-15,-2 1-7 0,2-2 3 16,0 1-25-16,4-1-18 0,0 1 18 0,-1 0-7 0,-2 1 13 16,3-2-22-16,-4 2-8 0,-3-1-49 0,-3-1-89 0,0 2-97 15,0-1-199-15,-4 1-353 0,-2 4 429 16</inkml:trace>
  <inkml:trace contextRef="#ctx0" brushRef="#br0" timeOffset="90500.69">22688 6385 1068 0,'-3'0'50'0,"3"0"58"0,0 0 83 0,0 0-37 0,0 2-60 0,0-1-64 0,3 2 6 0,-3 0 20 0,3 0 21 16,-3 2 26-16,4 2-53 0,-1 0-26 15,-3 3 47-15,0 0-8 0,3 0-40 0,-3 1 18 16,-3 1 5-16,3 0-42 0,-3 0 1 0,-4-1 10 16,1-1-5-16,-1 0 0 0,4-2 1 15,-7 0-15-15,3 0 3 0,1-1-5 0,-4-2 11 16,3-1-12-16,1-1 25 0,-1-1-27 15,1-2 17-15,-1 1-6 0,-3-2 23 0,0 1 16 0,0-2-17 16,-3-2-16-16,3 1 54 0,-3-2-33 0,4-2 7 16,-5-2-6-16,5-1 4 0,-1 2-17 15,3-2-10-15,1-1-33 0,2-2 44 0,1 0 2 16,0-1-21-16,3 0-14 0,3 3 7 16,0-2-5-16,4 2-1 15,-4 1 10-15,0-1 0 0,1 2 5 0,2 2 27 0,-2 3-20 0,-1 0-17 0,0 2 20 16,0 1-16-16,1 1-3 0,-1 0-29 0,0 0-45 15,1 1-32-15,-4-1-7 0,6 3-110 16,4 0-85 0,6 1-185-1,1 2-341-15</inkml:trace>
  <inkml:trace contextRef="#ctx0" brushRef="#br0" timeOffset="91230.1">22783 6360 595 0,'0'0'62'0,"0"1"107"0,0-1 8 0,0 2-75 0,4-1-85 0,-4 2 77 15,0 1 110-15,0 0-76 0,3 3-79 16,0 3-39-16,0-1 37 0,-3 2 43 0,4-1-64 16,-1 1 1-16,0 2-14 15,1 1-9-15,-1 0 24 0,-3-3-8 0,3 1-38 0,-3-2 23 0,0-2 1 16,3 1-20-16,-3-4 6 0,0 1-25 15,0-3 18-15,0-1 11 0,0 0-4 0,-3-2 19 16,3 0-11-16,0-2 15 0,0 2 15 0,0-1 15 16,0 1-5-16,0-3-64 15,0 0-42-15,0 1 35 0,3-5-10 0,1 1 30 16,2-3-2-16,-2 1-13 0,2 0 50 0,-3-2-36 16,4 0-17-16,3 1-78 0,-4-2 104 0,1 1-5 15,-1 0 8-15,4 2 12 0,-3-1-15 16,-1 2 10-16,1 2 14 15,0-1 16-15,-4 3 57 0,3 0-10 0,1 1-40 16,0 0-20-16,-1 2-14 0,-3 2 25 0,1-1-31 0,-1 0-7 0,0-1-6 0,4 2 10 16,-1 1-1-16,4 1 11 0,0 1 0 0,0 3-1 15,-3-1 2-15,2 0-20 0,1 0 16 16,-7 0-2-16,4 1-6 0,-4-1 19 16,1 0-7-16,-1 2-9 15,0-1-7-15,4-1-11 0,-4 2 13 0,0-4-22 0,-3 1 4 0,4-2 14 16,-1 1-13-16,0-3 20 0,0 1-33 0,1-1 27 15,-4 0-14-15,3-2 22 16,-3 2-4-16,3-2 27 0,-3 0-14 0,4 0-30 0,2 0-73 0,1 0 63 16,3-2-57-16,-1 2 49 15,8-2-81 1,-1 0 50-16,1-1-77 0,2 1 51 0,4-3-1 0,0 1 77 0,0-2 58 0,-3 1-55 16,0-4 21-16,-1 1 14 0,-2-1 14 0,-4-1 2 15,-3 2 88-15,0 0-71 0,-7-1 27 0,0 2-58 16,-3 1-27-16,-3 2-67 0,0 1-26 15,-4 1 74-15,-3-1 30 16,0 1 25-16,-6 1-4 0,0 2-9 0,-1 1-3 16,-3 1-8-16,7-1 40 0,0 3 7 0,0-1-27 0,3 1 40 0,4 1-19 0,-4 1 13 15,6 2-18-15,-2-2 9 16,3 0 13-16,3 1 20 0,3 1-17 0,0-1-15 0,4 1-29 16,-1-1 52-16,7-1-23 0,1 0-14 15,2 0 73-15,4-1-79 0,3-2 0 16,3 2 2-16,0-3-40 0,0 1 3 0,4-1-10 0,0-1-40 15,-4 0 26-15,3-2-28 0,-2-2-3 16,-1 1-52-16,0-2-51 0,-6-1-109 16,3 0-68-16,-7-2-329 0</inkml:trace>
  <inkml:trace contextRef="#ctx0" brushRef="#br0" timeOffset="92743">19894 7058 497 0,'0'3'183'0,"-3"0"-7"0,0 0 62 0,3 2-10 0,-3 3-76 0,3 0-47 0,0 0-26 0,0 0-28 0,3 0 15 0,-3 0 63 0,0 1-10 0,3 1-92 16,-3 0-1-16,0-2 37 0,0 1-23 16,-3-1 6-16,3 1-11 0,-3-2 19 0,3 0-17 15,-4-2-27-15,4 2 10 16,-3-2-3-16,0-1 13 0,3 0-35 0,0-1 22 0,-4-2-4 16,4 1 22-16,0-2 15 0,0 0 15 0,0 0 10 15,-3-2-20-15,3 1 8 0,0 1 1 0,0-2 4 16,0 2-16-16,0-2-24 0,0-1-25 15,0-3 3 1,3 1-12-16,4-4 7 0,0-1-8 0,-1-2 11 0,4-1-1 16,0-1-1-16,0-2 6 0,3 1-4 0,-3-2-22 0,3-2 14 15,-3 0-12-15,3-3 3 0,0 1-2 0,-3 0-16 16,0-1 4-16,3 0 28 0,0 1-16 0,-3 3 33 16,3 1-16-16,-3 4 11 0,0 3 11 0,-4 5-15 0,-3 0 0 15,1 4-4-15,-1 1 7 0,-3 1-21 16,0-1-3-16,3 2-20 15,1-1-9-15,-1 1 2 0,-3 1 43 16,3 2 27-16,4 5-40 0,-1 3 6 0,4 2 2 0,0 2-8 0,3 2-2 16,-3-1 0-16,0 0 8 0,0 2-4 0,-4-2-7 15,4 1 3-15,-7-1-2 16,4-2 5-16,-7-1-9 16,0-1 17-16,0-1-6 15,0-2 9-15,0-1 1 0,-3-1-13 0,3-4-2 0,0 1-9 0,-4-3 4 0,4-1-8 16,0 0 0-16,-3-1-26 0,3-1-10 0,0 0-1 0,-3 0 6 15,3 0 5-15,0-1-12 0,0 1-15 0,0-2-21 0,0 1-37 16,0 1 8-16,0-1-49 16,0-1-113-16,0-1-398 0,-4 1 220 15</inkml:trace>
  <inkml:trace contextRef="#ctx0" brushRef="#br0" timeOffset="92999.01">19917 7023 1086 0,'0'0'141'0,"0"0"-125"0,0 2 55 0,0-1 122 0,4 0 69 0,2 2-36 0,4 0-92 0,3 0-44 0,0 1-41 0,4-1-10 0,-4 1-14 0,3-1 10 0,4 1 11 0,0 0-3 0,-4-1-40 0,4 0-7 0,0-2 21 0,-1 2-46 0,-2-1-20 16,-1-1-70-16,0-1-158 15,-2 1-40-15,-1-1-277 0,0 0-151 16</inkml:trace>
  <inkml:trace contextRef="#ctx0" brushRef="#br0" timeOffset="93306.91">20472 6871 1066 0,'3'0'72'15,"-3"0"-18"-15,4 1 52 16,-1-1 22-16,0 2 11 0,1 0-18 0,2 3-27 0,1-1-2 0,-1 3-25 0,-2 1-62 0,2 2 77 16,-3 3-70-16,-3 1 60 0,0 2-59 15,4 0 20-15,-8 3 9 0,4-1-4 16,-3-1-49-16,0 1 13 15,-4-1-17-15,1-1 16 0,-4-2-21 0,0-1 17 0,3-2 11 0,1-3 2 16,-1 1 8-16,1-2-8 0,-1 0-24 0,1-1 31 16,2-2-10-16,1-1 11 0,3 1 4 0,0-3-26 15,-3 1-4-15,6 1-16 0,-3-1-3 16,0 0 4-16,3-1 4 16,1 1-27-16,2-1-14 0,1 1-27 0,-1-1-14 15,4 0 28-15,-3-1-16 0,-1 0-34 0,-2-1-65 16,2 0-155-16,1-1-326 0,-4-2 438 0</inkml:trace>
  <inkml:trace contextRef="#ctx0" brushRef="#br0" timeOffset="100110.44">21391 6813 1677 0,'4'-4'135'0,"-4"1"-72"0,3 1 81 0,0-2 15 0,1 0 13 0,-1 2 8 0,-3 0-34 0,3 0-60 0,-3 1-18 0,3 1-33 0,-3 1-24 0,0-1-17 0,0 2-12 16,0-1-9-16,0 0-24 0,0 2 20 0,0 0 53 16,0 4 5-16,-3 4-11 0,0 4 0 15,0 2-11-15,-1 2-3 0,1 2-17 0,-4-1 12 16,1 0-2 0,-1 0 4-16,4-2-20 0,-4 0 15 15,4-1-7-15,-3 0 24 0,2-1-5 0,1-1-4 0,0 1-6 0,-1-3-6 16,1-1-9-16,3 0-24 0,3-4 6 0,1 0 1 15,-1 1-32-15,4-3 18 0,-4-1 6 0,3-1-24 0,-2 1 15 16,2-2 22-16,1-1-17 0,-1 0-23 16,4-1-1-16,-3 1 27 0,3-2 18 15,-1 1 39-15,-2-1-27 0,0-1 4 16,-1 1-6-16,4-2 26 0,-3-1-5 0,2 1 7 0,1 0-6 0,-3-1 14 16,-1 2-13-16,1-2 7 0,0 0 19 0,-1 0 3 15,4 1 2-15,-3-1 8 0,-1 1-32 16,4 1 4-1,-3 0-6-15,2-1 16 16,1-1-22-16,0 2 11 0,3-2-8 0,0 0-25 0,0 2 30 0,4-3 22 0,-1 1-25 16,1-1 20-16,-1-1-4 0,1 1-2 0,-4-2-5 0,-3 1-9 0,3-1-2 15,-4 0 2-15,1 1 14 0,-3-2 17 16,3 0-25-16,-4 1-14 0,-2-1-1 0,-1 0-1 16,-6 1-16-16,3 1-5 15,-4-1-7-15,1 3-18 0,-4 0-10 0,4 2-5 0,0 1 33 16,-7-1 35-16,3 1-29 0,-6 0 10 0,4 2 6 15,-5 3-8-15,5 0 0 0,-5 2 27 16,5 2 14-16,-1 2-9 0,3 0 20 0,1 3-24 16,-1 1 16-16,4 0-16 15,3-1-25-15,0-1 2 0,3 0 34 0,0-2-17 0,1-1-28 0,2 0-37 16,1-2 18-16,-1 2-16 0,4-3-48 0,3 0-18 16,0-1 30-16,1-2 2 0,-1 0-32 0,0-1-20 15,3-2-17-15,-3 1 40 0,4-4-3 16,-1 1-17-1,-3-2-13-15,0-1-59 0,4 0 143 0,-4-2-22 0,0-1 49 0,0 0 53 0,-3-1 3 16,3-1 24-16,-3 1 57 0,-3-1-23 0,2 1-16 16,-5-2 81-16,2 1-57 15,-2 2 66-15,-1 0-47 0,0 0 43 0,-3 0-73 0,0 0-1 16,-3 3-14-16,3 0-33 0,-3-1-3 0,-1 3-15 16,1 0-14-16,0 1-25 15,-1 1 9-15,1 1 15 0,0-1-1 16,0 2-5-16,-4-1 0 0,4 3 50 0,-4 0-19 0,4 1 40 0,0 2-25 15,-1 0-16-15,1 0 17 0,0 1-12 0,3-1 38 16,3 2-2-16,0 1 5 0,4 0-69 16,-1-1 17-16,4 3-10 15,-3-4 13 1,3 2 4-16,3-1-1 0,-7-1-18 0,4-1-6 0,-3-1-11 0,-4-2-14 0,0-1 9 16,-3 1 17-16,-3-1-39 0,3 0 30 0,-3-1 14 0,0 1-11 0,-1 0-15 15,-2-1-23-15,-1-1 38 0,1 0 8 16,-1-1 9-16,4 2-9 0,-4-2-43 0,-3 0-50 15,7 0 75-15,-4 0-39 0,1 0-37 16,-1 0-2-16,1-2-76 16,2 2-53-16,1-1 20 0,3 1 85 0,0 0-59 0,3 0 138 0,1 0-18 15</inkml:trace>
  <inkml:trace contextRef="#ctx0" brushRef="#br0" timeOffset="101148.87">22002 7115 1028 0,'-3'0'-125'0,"-4"-2"189"0,4 2 123 0,-7-1 0 0,-3-2-96 0,3 2 17 0,-3-1-14 0,0 1-2 0,-4 0-66 0,-2-1 7 0,2 2-19 0,1 0 39 0,6 0-48 16,0 2 18-16,4 0-21 0,-1 1 15 0,0 1 27 15,1 2-5-15,3 1-20 0,-1 3 27 16,1 0-12-16,3 1 7 15,3 2 8-15,4 0-20 0,3-1-22 0,0 0 5 0,-1-4 4 16,1 0-6-16,3 0 12 0,1-3-23 0,-1 1 6 0,0-2 35 16,-3-1 0-16,-1 0-2 0,1-2-1 15,-3-1 11-15,3 0-15 0,-4 0-16 0,4-1-5 16,-3-2-6-16,3-1 16 16,-1-1-33-16,1 1 4 15,0-1 3-15,-3-3-5 0,-1 1-2 0,1-1-4 0,-1-1 5 0,-2 0 12 0,2 0 1 16,-3 2 6-16,1-1-5 0,-1 1-1 0,0 1-4 15,1 0-7-15,-4 2 27 0,3 1 3 16,-3 2-24-16,0 1 0 0,0 0 4 0,3 1-10 16,0-1-41-16,1 2-13 0,-1-1 10 15,-3 2 19-15,3 1 39 0,1 2-9 16,2 1 12-16,-3 4 9 0,1-1-20 0,-1 3 2 0,4-2 21 0,-1 0-9 16,-3-1-11-16,4 0 0 0,0-3-6 15,-1 2-17-15,1-2-3 0,3-2-11 0,3 2-13 0,0-2-114 16,7 0-16-16,-4-1 4 0,7 1-19 15,-3-1-13 1,-1-3 64-16,1 1-106 0,0-2 28 0,-1 0 45 0,-2-3 134 0,-1 0 30 0,1-1-3 16,-8-2 60-16,1 1 127 15,-3-4-112-15,-1 1 41 0,1-1-78 0,-4-1 5 0,1 0 26 16,-1 0-26-16,-3 1 18 0,0-4-43 0,-3 2-27 16,-1-3 56-16,1-1 95 15,-4 4 32-15,1 0-51 0,-1 2-65 0,4 2-47 16,-4 2 37-16,1-1 16 0,3 2-16 0,-4 1-28 0,4 2-10 15,-1-1 4-15,4 2-25 0,-3 0-9 16,3 2-10-16,0-2 59 0,-3 1-11 16,0 2 28-16,-4 0-26 0,1 1 3 0,-4 0 11 0,3 2 18 15,-3 1-26-15,4 0-1 0,-4 0 24 0,7 0 35 16,-1 3-59-16,4 0 17 0,4 0 36 16,-1 2-30-1,3 0-31-15,4-1 16 0,-3 0 11 0,6 0 2 0,-3 1-15 0,0-2-19 0,-1-1-16 0,1-1 18 16,-3-1-29-16,-4 0 16 15,0-3 5-15,-3 1-16 0,0 0 3 0,-3-1-12 0,0 0 22 16,0 0-9-16,-4 1-41 0,0-3 0 16,4 0 38-16,-7 1-51 15,4-3 23-15,-4 1-53 0,0-1-38 0,0 0-63 16,0 0-15-16,1-1-225 0,-5-2 276 16</inkml:trace>
  <inkml:trace contextRef="#ctx0" brushRef="#br0" timeOffset="101577.35">22583 7033 1430 0,'0'0'75'0,"0"0"-10"0,0 0-1 0,3 1-21 0,-3 1-7 0,0 1 34 0,4 2 8 0,-1 4-27 0,3 3-34 0,-2 4-9 0,-1 1-1 0,-3 3 0 0,3-2 36 0,-3 3 7 0,4-1-44 0,-4 1 0 0,3 2 51 16,0-2-47-16,0-1-12 0,1-2 10 16,-1-1-4-16,0-3-3 0,1-1 9 0,-1-2 1 15,0-3 13-15,0 1 5 0,1-3-43 0,-1-1-14 16,0-1-25-16,-3-1-41 16,0-3-75-16,0 0-47 0,-3 0-65 0,3-1-61 15,-3-1 79-15,-4 1 50 0,4-3-32 0,-7-3 203 0,-3-2 40 16,0-3-2-16,-4-1 8 0,4-1-16 15,3-2 15-15,0 2-16 0,1-3-16 0,-1 0-131 16,3 2 126-16,1-1 259 0,-1 3-182 0,7 2 372 16,0 3-66-16,7 2-99 0,-4 3-19 0,4 2-24 15,-1 1-65-15,1 0-78 0,2 0 13 0,5 0-59 16,2 1-3-16,4 2-6 0,6 1 21 0,4 1-31 16,2 0 14-16,4-1-6 0,-3 2 22 0,3-2-14 15,4 1-18-15,-4 0 2 16,3-1-5-1,1 1-25-15,-4-1-70 0,0-1-25 0,-10 0-96 0,-3-2-443 0,-6 0-102 0</inkml:trace>
  <inkml:trace contextRef="#ctx0" brushRef="#br0" timeOffset="101977.71">23387 7263 770 0,'7'3'82'0,"-4"1"27"0,0-1 23 0,4 3 76 0,0-1-28 0,-7 1-74 15,3-1-68-15,0 1-20 0,-6 0 7 0,3 1-27 16,-3 1 37-16,-7-1-20 0,3 0-6 0,-3 0 6 16,0-2 17-16,-3-1 21 0,0 0 18 15,-3 0-67-15,-1-1 43 0,-2-1-15 16,-1-1-24-16,0-1 52 0,4 0-31 0,-4-3 6 0,0 0 5 0,1-2-29 15,2-1-4-15,-2-1-14 0,6 0 18 16,-1-2 21-16,5 1 27 0,2 1-61 0,0-3-3 31,4 2 1-31,3-2 0 0,0 0-13 0,3 0 23 0,7 0-11 0,-3 2-76 0,6 1 98 16,-3 1 48-16,3 3-40 0,-3 2-33 0,3 1-18 16,0 0 51-16,0 1-38 0,0 1 7 15,4 0 13-15,-1 3-27 0,1 2 21 16,-4 0-18-16,0 1 17 15,0 1 9-15,0-2-30 0,-3 0-12 0,-3 0-122 0,2 0-169 0,-2 0-221 16,-1 0-407-16</inkml:trace>
  <inkml:trace contextRef="#ctx0" brushRef="#br0" timeOffset="102427.82">23617 7286 219 0,'3'4'168'0,"-3"0"-62"0,0 0-20 0,0 6-44 0,-3-1 31 0,0-1 86 0,0-1-57 0,-1-1-17 0,-2-1-52 0,2 1 40 0,-2-2-46 0,3 1-19 16,-1-3-1-16,1 1 9 0,0-1 19 0,3-2 6 16,0 0 10-16,0 0 1 0,0-2-34 15,0 2-16-15,-4-1-5 16,4 1 10-16,0-2 5 0,4 1-33 16,-4-2-19-16,0 0-3 0,0-1 34 0,6 0-16 0,-2-2-19 0,2 2 0 0,1-2 13 15,-1-1-83-15,1 2 71 0,3-2 66 0,-4-1-19 16,4 1-5-16,-3 2-15 0,2-2 43 0,-2 3 58 15,3-1 25-15,-4 2 10 0,-2 2-3 16,2 1 13 0,-2 0-25-16,-1 0-25 0,0 1-49 0,-3 1-20 0,3-1-9 0,1 1-1 0,2 2 6 0,-2 2 41 15,2 1-41-15,1 0-7 0,-1 0 8 16,-2 0 0-16,-1 0-4 0,0 0 0 16,0 0-24-16,1 0-20 0,-4-1-64 15,3-1-80-15,0 1-174 16,-3 0 5-16,4-4-158 0,-1 3 340 0</inkml:trace>
  <inkml:trace contextRef="#ctx0" brushRef="#br0" timeOffset="103151.04">24004 7215 191 0,'-6'0'26'16,"3"0"149"-16,-4 0 11 0,-3 0-59 0,0 0-75 16,-3 1 46-16,3 2-17 0,1 0-41 15,-5 0 55-15,1 1-4 0,0 2-41 16,-3-1 37-16,3 2-13 0,-1 1-39 0,5 0 32 0,-1 0-22 16,3 1-1-16,4 1-9 15,0 0 31-15,3 0 4 0,0-1-14 0,3 1-21 16,7 0-40-16,-4-1-15 0,4 1 0 0,3-3-1 0,0 0-15 15,4 0-18-15,-1-2-9 0,1 1 17 16,2-2 35-16,-2-1-14 0,-4-2-1 0,3 1-58 16,1-1 56-16,-1-1 25 0,-3 0-36 15,0-3 27-15,1 1-26 0,-1-1-33 16,0 0 33-16,-3-1-21 0,0-2 56 0,-4-1 26 0,4 0-23 0,-7 1-6 16,4 1-17-16,-7-2 10 0,3 1 12 0,-3 2 6 15,3-2 10-15,1 3 6 0,-1 0-21 16,0 1 14-16,0-1-18 15,1 1 50-15,-4 1 22 0,3 0-25 0,0 1-42 0,-3 0-2 0,0 1-17 16,4-1 6-16,-4 1-31 0,0 1 13 16,0-2-16-16,0 0 20 15,0 0 3-15,0 0 29 0,0 1 19 0,0-1 26 0,0 0 8 0,0 0 10 16,3 0 11-16,-3 2-5 0,3-2-10 16,-3 0-48-16,3 0-10 0,1 0 18 15,-1 0 15-15,4 0 9 0,-1-2-27 0,-3 2 14 0,1 0-4 16,-4-1-31-16,0-1-3 0,3 1 13 15,-3 0 9-15,0-2-29 0,0 1-26 16,-3 1 14-16,3 0-43 0,0-2 14 0,-4 1-22 16,1-2-19-16,0 1 76 0,-4-1-16 0,-3 1 2 0,1-1-14 15,-5 1 6-15,5 0 7 0,-1 1-6 0,0 2 25 16,3 0 20-16,1 0 13 0,-1 2 8 16,4 0-20-1,-4 1 65-15,4 1-27 0,0 0 35 0,0 2-24 16,-1 1 32-16,4 0-20 0,0 0 1 0,0 3-14 0,0-2-35 0,7 1 52 0,-1-1 9 15,1 1-30-15,0-2 14 0,2-2 40 16,1 1-26-16,7-2-45 0,-4 0 6 0,6-1-35 16,1 1-8-16,6-1-4 0,-3 0-97 0,4-1-5 15,-1-1-81-15,3 0-129 16,-2-1-173-16,-1-1-483 0</inkml:trace>
  <inkml:trace contextRef="#ctx0" brushRef="#br0" timeOffset="104511.22">19793 7834 1174 0,'3'-1'46'0,"4"0"13"0,-1-1 220 0,4-1-100 0,0 1-13 0,0-3-42 0,-1 3-11 0,1-3-36 0,-3 0 35 0,-1 0-3 0,-2 3-40 0,-1-3 4 15,-3 1 10-15,3 1-49 0,-3 1 26 16,0-1-8-16,0 0-15 16,0 1-22-16,0 2-16 0,-3-1-11 0,0 1-22 0,3-1 0 0,-4 1-4 15,1 0-6-15,0 0-5 0,-4 0 51 0,1 0 13 16,-7-2-30-16,-7 4 40 0,0-2-33 15,-6 1-7-15,0 2-2 0,3 1 4 0,0 3 28 16,3 0-19-16,0 2-2 16,4 2 6-16,-4 3 12 0,4 0 7 0,-4 2-15 0,7-1 35 15,-3 2 5-15,-1 2-38 0,4-3-10 0,0 1-3 16,0-1 7-16,3-2 0 0,0 0 14 16,0 0-3-16,7-2 8 0,0-1 3 0,3-4 5 0,0 0 22 15,6-1 6-15,1-2-7 0,6 0-20 16,7 0-40-16,6 2-9 0,7-2-2 0,6 0 5 15,4-1 3-15,-1-1-5 0,1-2-7 16,-10-3-45-16,-3 0-8 0,-4 0 29 0,-10-1-67 16,1 0-28-16,-8-2-6 0,-2 2-30 15,-4-3-163-15,-3 0-72 0,-6-2-3 0,-4 1-51 0,-3-2 420 0</inkml:trace>
  <inkml:trace contextRef="#ctx0" brushRef="#br0" timeOffset="104672.77">19632 7922 979 0,'-3'0'229'0,"3"-1"10"0,0 1 18 15,-4-2-35-15,4 2-14 16,4-1-51-16,-4 1-30 0,3 0-28 16,0 1-42-16,4-2-37 0,-1 1 18 0,1-2-35 0,3 2 4 0,-1-1-23 15,5 0-6-15,-1 1-2 0,0 0-60 16,3 0-93-16,1 0-85 0,2 1-75 0,1 0-165 16,0 1-163-16,3-1 525 0</inkml:trace>
  <inkml:trace contextRef="#ctx0" brushRef="#br0" timeOffset="104929.16">20036 7861 692 0,'3'-3'330'0,"3"2"-45"0,1 0-103 0,3-4-17 0,0 3-34 0,0 0 12 0,-4 1 2 0,1-1-14 15,-4 2-21-15,0-1-9 0,1 1-12 0,-4 0-36 16,3 1-29-16,-3-1-15 0,0 2-6 0,0-1-49 16,0 1 53-1,0 0-2-15,3 4 9 0,0 3-6 16,4 2 49-16,-4 2-7 0,1 1-61 0,-4 0 13 15,-4 0-15-15,1 0 17 0,-4-1-12 0,4 1 11 0,-3-2-6 0,2 1-8 16,-2-2 0-16,-1-1-1 0,4 0 8 16,0-3-24-16,-1 2-7 0,1-4-34 0,0 2-4 15,-1-2-48-15,4-1-60 0,0-3 36 0,-3 1 16 16,6-2-1-16,-3 0-23 0,-3-2-54 16,3 1-40-16,0-2 2 15,-6 0-230-15,2-2 400 0</inkml:trace>
  <inkml:trace contextRef="#ctx0" brushRef="#br0" timeOffset="105149">19931 7878 819 0,'3'-1'418'16,"-3"1"-155"-16,0 0-57 15,3 0-33-15,-3 0-8 0,3 1-31 0,1 1-26 0,-1-2-29 0,-3 1-4 16,3 0-27-16,4 1-2 0,-4-1-4 0,4 1 23 16,-1 1 5-1,4 2-46-15,3 1-14 0,0 1-2 0,0 1-8 0,-3-1 7 0,3 0-23 16,1 1 28-16,-5 0-12 15,1-1-2-15,0 1 0 0,0 0-5 0,0-1-21 16,3 0-25-16,3 1-52 0,1 1-10 0,2-2-110 0,4 1 54 16,0-1-69-16,0-1-37 0,0 1-130 15,0-3 109-15,-3 2-71 0,-4-3 254 0</inkml:trace>
  <inkml:trace contextRef="#ctx0" brushRef="#br0" timeOffset="105718.37">20574 7984 494 0,'3'0'188'0,"1"-1"42"0,-1-1-24 0,3 1-32 0,1-2-37 16,-4 0-52-1,-3 0-12-15,4 1 18 0,-4-1 4 0,0 1-72 0,-4-1-26 16,1 2-44-16,0-2 12 0,-4 2 14 16,4-1 19-16,-7 1 22 15,-3-2 9-15,-4 2 5 0,1 1-20 0,-4-2 31 0,1 2-30 0,2 2 2 0,1-2 14 16,3 3 38-16,3-2 8 0,-3 3-36 0,3-1 0 15,-3 1-24-15,3 2 108 0,3 0-94 16,-3 1 7-16,4 0-19 0,3 0 25 0,-1 0-16 16,1 0-27-16,0 0 37 15,6-1 1-15,-3-2-10 0,7 1 33 16,-1 1-12-16,1-2-3 0,-1-1-75 0,1 0 39 0,3-2-6 0,0 1-8 16,-1-2-7-16,1 0 18 0,3 0-12 0,-3-2-14 15,0 1-13-15,0 0-14 0,0-2 28 16,3-1 9-16,-3-2-40 0,-4-1 29 0,4 0 12 0,-3 0 8 15,-4 0-7 1,0 0-19-16,1-2 6 16,-4 3 15-16,0-1-20 0,0 2 15 0,0-1-16 0,-4 2 13 0,1 1 7 0,3 0-7 15,-3 3-3-15,3 0-6 0,0 0-3 0,3 2 5 16,-3-1-4-16,3 0-18 0,-3 2 56 0,0 2 36 16,0 0-30-16,4 2 6 0,-4 3-19 15,0 0 24-15,3 3-2 16,3-2-34-16,1 0-14 0,0 1-25 0,2-3-66 0,1 1-40 0,7 0-94 0,-4-1-3 15,3-4-54-15,1 1-64 0,-4-3-120 16,3 0 302-16</inkml:trace>
  <inkml:trace contextRef="#ctx0" brushRef="#br0" timeOffset="106012.02">20889 7947 716 0,'0'3'257'0,"0"1"-75"0,0 1-5 0,0 5-103 0,0-1 18 0,-3 3 19 0,3 0 1 0,0 1-81 0,-3-2 0 0,-1 2 25 0,1 0-26 16,3-1 16-16,-3 0-25 15,3-2 16-15,3 0 32 0,0-3-7 0,1 0-39 16,2-2 11-1,1 1-25-15,3 0-17 0,-1-2-46 0,1-1-38 0,3-1-33 0,0 0 5 0,1-2-36 16,2 0-89-16,-3-3 17 0,0 0-301 0,0-2 229 16,1-2 261-16,2-2 6 0</inkml:trace>
  <inkml:trace contextRef="#ctx0" brushRef="#br0" timeOffset="106283.11">21201 7754 1082 0,'0'0'135'0,"0"1"-11"0,0-1 7 16,0 0 26-16,0 2-12 15,3-1-93-15,-3 1-52 0,0 1 29 0,4 1 91 16,-4 3-22-16,0 3-4 0,3 5-53 0,-3 2-15 0,3 3 48 0,-3 0-15 16,-3-2 20-16,0 2 17 0,-1 1-70 0,4-1 1 15,0-1 14-15,0 1-14 0,4 0-19 16,-1-2 4-16,0-2-6 0,-3-2-2 0,3 0 3 15,-3-3 11-15,4-1 0 0,-4 0-4 16,3-3-5-16,0 0-8 0,-3-1 12 16,4-2 6-16,-1-1-21 0,-3 0-23 0,6-2-18 0,-2 1-8 15,-1-1-38-15,3 0-45 0,-2-1-34 0,2 2-22 0,1-2-94 16,-1-2 19-16,-2 1-336 0,2-3-24 16,7-6 423-16</inkml:trace>
  <inkml:trace contextRef="#ctx0" brushRef="#br0" timeOffset="106509.4">21139 7939 1249 0,'0'1'219'15,"0"-1"-10"-15,3 0-13 0,0 2-85 0,4-2-62 0,3 1-5 16,3 1-23-16,6 0 1 16,1 1-32-16,3 0 13 0,0 1 35 0,0 0-19 15,0-1-10-15,-3 0 8 0,-1-1-13 0,1-1-4 16,3 0-5-16,-3 1 14 0,-1-2-75 0,-5 1-27 15,2-1-84-15,-6-1-73 0,0 1-27 0,0-2-334 16,-4 0 228-16</inkml:trace>
  <inkml:trace contextRef="#ctx0" brushRef="#br0" timeOffset="106896.3">21552 7787 614 0,'0'-3'120'0,"0"0"45"15,0 1 78-15,0-2-41 16,0 1-33-16,4 2-11 0,-4-2-7 0,0 3-19 16,0-1-53-16,0 1-24 0,3 1-17 0,-3 1 5 0,0-2-19 15,0 1-23-15,0 0 2 0,0 1 15 0,0 1 20 0,0 1 67 16,0 3-26-16,-3 4-21 0,-1 3-23 16,4 3 19-1,-3 3 0-15,3 0-1 0,-3 1-11 0,3 0-41 0,-4-1-5 16,4 0-2-16,-3-1 1 0,0 0 23 0,0 0-19 0,-1 0 2 15,4-2 5-15,-3-2-16 0,3-1-14 16,0-2 7-16,0-2-36 0,3-3-39 0,1 0-53 16,2 1-72-16,1-2-9 0,3-1-71 0,3 1-127 0,0-3-103 15,3 1 105-15</inkml:trace>
  <inkml:trace contextRef="#ctx0" brushRef="#br0" timeOffset="107355.73">21670 7987 806 0,'0'1'30'0,"0"4"76"0,4-3 51 15,-1 4-69-15,-3 2 114 0,3 0-65 0,4 1-98 16,-4 1 8-16,0 2-51 0,1-1 31 16,2-1 13-16,-2 0 13 0,2-2-45 0,1-2 39 15,3-1 36-15,-4 0-2 0,4-1-72 0,3-3 6 16,-3 2-11-16,3-2 1 0,-3-1 21 15,3 0-33-15,-3-2-6 0,0-1-41 0,3 0 12 16,0-1 23-16,3 0 21 0,-2-4 47 0,-1 1-34 16,0 0-19-16,-3-1 40 0,-1-1-35 0,-2 1 17 15,0 1-16-15,-1-2 9 0,-3 2-10 0,1 0-7 16,-4 0 21-16,0 2-20 16,0 0 5-16,0 3-20 0,0 0-16 0,0 2-3 15,0 2 3-15,0-2 22 0,-4 0-13 0,4 2 26 0,0 0 28 16,-3 2 76-16,0 2-40 0,0 2 9 15,-4 2 8-15,4 3-56 0,-4 2 14 16,4 1-3-16,3 1-7 0,-3 0 15 16,3 1 11-16,0 2-8 0,3 1-40 0,-3 0-5 0,0 0-6 0,0-1 12 15,0 0 16-15,-3-2 7 16,-1-1-14-16,-2-1-29 0,-4-4 15 0,3 0-5 0,-6-3-6 16,3 0 19-16,1-3 1 0,-1-1-12 15,-3-1-5-15,3 1 9 0,-3-1-2 0,-4-3 5 16,1 2 26-16,-1-1-24 0,-2-2-20 0,-1 0 1 0,-3-2-10 15,3 1-68 1,1-2 21-16,-1-1-54 0,0-2-56 16,7 0-55-16,0-1-149 0,3-1-505 0,3-11 326 0</inkml:trace>
  <inkml:trace contextRef="#ctx0" brushRef="#br0" timeOffset="107827.11">22567 8042 1860 0,'3'0'59'0,"-3"0"-11"0,0 0 7 16,0 1 42-16,0-1-13 0,0 2-10 0,0-1-29 0,3 3 17 0,0 2-8 0,1 2-17 0,-1 2-34 0,-3 0-18 0,0 2 12 0,-3-3 13 0,-1 1 5 0,-2 0-18 15,3 0 3-15,-7-1-3 0,3-1-9 16,-3-1 30-16,-3 0-6 15,3-1-10-15,1-2-12 0,-5-1 14 0,1 0-6 0,3-2 8 16,1-1-4-16,-5-1 11 0,5-1 5 0,-5-1 6 0,1-1-11 16,-3 0-5-16,3-2 2 0,0-1 2 15,3 0-13-15,0-1 12 0,3-4 1 0,1 1-3 0,3 0-4 32,-1 0-21-32,8 1-14 0,-1-2 9 15,3 1-1-15,1 0-4 0,3 0 51 0,0 2-10 16,3 1-2-16,-3 3-30 0,3 1-47 0,0 3-3 0,3-1 15 0,1 2-7 15,-1 2-182-15,4 1-244 0,3 4-246 0,6-2 218 0</inkml:trace>
  <inkml:trace contextRef="#ctx0" brushRef="#br0" timeOffset="108258.85">22754 8073 1420 0,'0'0'1'16,"0"0"19"-16,0 1 64 0,0-1 82 0,0 2 24 0,3 1-29 0,-3 1-76 0,3 3-40 0,1 0-37 15,-4 3 12-15,3-2-18 0,0 2 11 16,0-1 17-16,-3-1-33 0,0 1 4 0,0-1 8 16,4 1-16-16,-4-4 0 0,0-1 6 0,-4-1-6 15,4-3 27 1,0 2 26-16,0-2 7 0,0-2-39 0,-3 2 5 0,3-1-13 15,0 1 17-15,0-2-27 0,0 0-35 0,3-1-10 0,1-3 32 16,2-1-6-16,1 0-30 0,3-1-34 0,0 0 74 16,3-1 2-16,-3 0 3 0,3 1-16 15,-3-2-52-15,-4 0 2 0,4 0 45 0,3-1 44 16,-6 1-3-16,2 3-11 16,1 0 46-16,0 4 34 15,-3 0-14-15,-1 3-8 0,1 0-26 0,-4 0-4 0,-3 2-24 16,3-2-20-16,-3 2 25 0,4 1-20 0,2 1 7 0,1 3 7 15,-4 2-12-15,0-1 20 0,1 2-17 0,-4 0-14 0,0 1 11 16,0-2 0-16,-4 1-3 0,1-2 13 16,0 1-41-16,0-1-22 15,3-1-106-15,0 2-143 16,3-4-243-16,0 1-188 0</inkml:trace>
  <inkml:trace contextRef="#ctx0" brushRef="#br0" timeOffset="108959.89">23230 8024 981 0,'3'0'-34'0,"-6"0"81"0,3 0 151 0,0 0 55 0,-4 0-73 0,4 0-53 0,-3-2-68 16,3 4-32-16,0-2-10 0,-3 0 11 0,0 1 71 0,-1-1 2 0,-2 1-49 0,-4 1 20 0,0-1-26 0,0 2-9 16,0 0 11-16,-3 0-12 0,3 1-17 15,1-1 75-15,-5 2-73 0,5 0 15 16,-1 0-15-16,0 2 6 0,3-1-9 0,1 1 13 0,-1 0-20 16,4 2 2-16,0-2 4 0,-1 0-3 0,4 1 6 15,0-1-4-15,0 2-15 0,4-2-26 0,-1 0 14 16,3 0-15-1,4-2-23-15,0 1 7 0,0 0-14 0,0-2 12 16,0 0-24-16,3 0-91 0,0-2 46 0,-3 1-16 0,6-2-19 16,-3 1-82-16,4-1-103 0,2-1 67 0,-2 0 72 15,3 0-72-15,-1 0-23 0,-2 0 260 16,-1-1 28-16,-3 1-4 0,0-2-1 0,-3 1-7 16,0 1 3-16,-3-2 14 15,2 1-6-15,-2-1 26 0,-4 1 11 0,4 0 40 16,-4 1 33-16,0-2 35 0,1 1 26 0,-1 1-35 0,0-2-37 0,4 2 16 15,-4-1-1-15,4 0-83 0,-4-1 55 16,4-1-46-16,-1 2-21 0,1-2 29 16,3 0 26-1,-4-1 11-15,1 1 28 0,-4 0-36 0,4 1-9 0,-1-1-37 0,-6 0-4 0,3-1 0 0,1-1 23 16,-4 3-10-16,3-3 0 0,-3 1-18 0,0 1-21 16,-3 1-37-16,-1-1-2 0,1 0-6 0,0 1 13 15,-4 0 13-15,1-1 10 0,-1 1 2 16,1 1-16-16,-1 0-15 0,0 1 35 0,4 0 5 0,-3 1-2 15,-1 0 6 1,4 1 5-16,-4-1-13 0,1 2 20 0,-1 0 18 16,0 1 19-16,1 0-3 0,3 2 22 0,-1 0-19 0,-2-1-6 0,6 1 10 15,-4 1 18-15,4-1-2 0,4 1-10 16,-1-2 2-16,0 1 24 0,7 1-17 16,0-1-26-16,3 1-14 15,7 0-8-15,0-2 3 0,6 2-21 0,0-2 12 0,0 0-37 0,4 0 4 16,-1-1-25-16,1 0-7 0,-1-1-75 0,-6 0-117 15,0 0-252-15,0-3-509 0</inkml:trace>
  <inkml:trace contextRef="#ctx0" brushRef="#br0" timeOffset="-171631.88">22156 5132 910 0,'-3'0'-3'0,"3"0"42"0,-3-1 71 0,-1 1 81 0,1-2-9 0,0 0 7 0,-4-1-63 0,4 0-28 0,-4-1-42 0,4 1 13 0,0 0-11 0,0 2 21 0,-1-2 7 0,1 1-7 15,3 0 14-15,0 2-19 0,0-2 8 16,0 1-24-16,-3 1-12 0,6 0 0 15,-3 0-18-15,0 0 2 16,0 1-12-16,3-1-19 0,-3 0 2 0,0 2-10 0,0-2-17 0,-3 1-16 16,3-1-18-16,0 1-42 0,0 1 81 0,-7 2 52 15,1 3 3-15,-7 2-21 0,-4 0-2 16,-2 3-15-16,-4-1 8 0,-4 3 2 0,1 0-5 16,0 0 31-16,3 2-34 0,-3-1 27 31,3 2-16-31,3 2-8 0,-3-1 21 0,3 2 3 0,1-2-12 0,-1 2 1 0,0 0 3 0,4-1-13 0,-1 1 19 15,4-2-12-15,-3-1-20 0,3 0 11 0,-4 0 0 16,4-1 3-16,-7-1 30 0,4-1 7 0,-4 2-45 16,4-2 3-16,0-1 1 0,-4-1-4 31,3 0-4-31,1-1 0 0,0-1 16 0,-1 0-10 0,4 0-2 16,0-3-6-16,0 1 7 0,0-1 5 0,3-2-4 0,3-1 12 0,1 0-13 15,-1-1 7-15,1 1-6 0,2-3 3 16,1 2-3-16,0-1 3 0,3-2-3 15,-4 1-4-15,4-1-20 0,0 0-11 0,0 0-29 0,0 0-40 16,0 0-54-16,0-1-47 0,0-1-48 16,0 1-126-1,0-1-284-15</inkml:trace>
  <inkml:trace contextRef="#ctx0" brushRef="#br0" timeOffset="-170987.75">21332 5208 219 0,'0'-1'164'0,"0"0"76"0,0-1-25 0,0-1-17 0,4 1-27 0,-4 0-20 0,0 1-54 0,3 1-20 0,-3 0 11 0,3 1-13 0,-3-1-12 0,3 2-35 0,1-2-11 0,-4 1-16 0,3-1-26 0,0 1 20 15,1 2 29-15,-1 0 25 0,0 1 12 16,7 3 4-16,3 2 0 0,4-1-20 15,2 5-3-15,1-2-12 0,0 2 10 0,-1 0 28 16,4-1-35-16,0 1-3 0,4 0 16 0,2 1-5 16,1-1 19-16,2 2-38 0,1-1 14 0,0-1 1 15,0 1-8-15,0-3-16 0,-4 1 11 0,-2-1 2 16,2 0-13 0,-3-1-3-16,-3 0 2 0,0-2-4 15,0 1 10-15,0-2-17 0,-3 1 12 0,3-1-3 0,-7 0 36 0,-3-1 21 16,4 1-56-16,-7 0-2 0,3-1 9 15,0 1-8-15,-3-1-15 0,0-2 13 0,-4 0-9 0,4 0 8 16,-3-1-4-16,-4 0-6 0,4 0 4 0,-4-2 4 0,3 2-1 16,-2-2-4-16,-1 2 5 15,0-1-5-15,1-1-3 0,-1 0 2 16,-3-1 0-16,0 0 3 0,0 0-4 0,0 0 7 0,0 0-6 0,-3 0 2 16,3 0 5-16,0 0-2 0,0 0-3 15,0 0 3-15,0-1-1 0,0 1-10 0,0 0 12 16,0 1-11-16,0-1-6 0,0 0 13 15,0 0-10 1,0 0 9-16,0 0-8 16,3 0 3-16,-3 0 0 0,0 0 6 0,-3 0 7 0,3 0-22 0,0 0-58 0,0 0-71 15,0 0-163-15,0 0-157 0,0 0-259 0,-23-5-114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" name="Google Shape;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" name="Google Shape;39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d820a6afd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d820a6afd3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g3d820a6afd3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71cb83b4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d71cb83b4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g3d71cb83b42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71cb83b4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71cb83b42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d71cb83b42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71cb83b42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71cb83b42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3d71cb83b42_0_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71cb83b42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71cb83b42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3d71cb83b42_0_1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71cb83b42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71cb83b42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problem is not correctness; the problem is that it mixes aggregation with replication, so the results become harder to explain. For the main paper, 1 subscriber gives the cleanest fan-in result. A few subscribers are better as a secondary sensitivity study.</a:t>
            </a:r>
            <a:endParaRPr/>
          </a:p>
        </p:txBody>
      </p:sp>
      <p:sp>
        <p:nvSpPr>
          <p:cNvPr id="87" name="Google Shape;87;g3d71cb83b42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71cb83b4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71cb83b42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3d71cb83b42_0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71cb83b42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71cb83b42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3d71cb83b42_0_1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71cb83b4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71cb83b4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d71cb83b42_0_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71cb83b4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71cb83b4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d71cb83b42_0_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71cb83b42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71cb83b42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d71cb83b42_0_1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71cb83b42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71cb83b42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d71cb83b42_0_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pcclab title">
  <p:cSld name="Hpcclab 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>
            <a:spLocks noGrp="1"/>
          </p:cNvSpPr>
          <p:nvPr>
            <p:ph type="pic" idx="2"/>
          </p:nvPr>
        </p:nvSpPr>
        <p:spPr>
          <a:xfrm>
            <a:off x="-1" y="5369442"/>
            <a:ext cx="1658700" cy="1464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8" name="Google Shape;18;p2" descr="title2.jpg"/>
          <p:cNvPicPr preferRelativeResize="0"/>
          <p:nvPr/>
        </p:nvPicPr>
        <p:blipFill rotWithShape="1">
          <a:blip r:embed="rId2">
            <a:alphaModFix/>
          </a:blip>
          <a:srcRect l="11812" r="15094"/>
          <a:stretch/>
        </p:blipFill>
        <p:spPr>
          <a:xfrm>
            <a:off x="7286920" y="5369442"/>
            <a:ext cx="1679809" cy="146454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 descr="UNT University of North Texas Logo PNG vector in SVG, PDF ..."/>
          <p:cNvSpPr/>
          <p:nvPr/>
        </p:nvSpPr>
        <p:spPr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2" descr="A green logo with a bir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5192276"/>
            <a:ext cx="1951230" cy="146454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888888"/>
              </a:buClr>
              <a:buSzPts val="425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pcclab content">
  <p:cSld name="Hpcclab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3" descr="title2.jpg"/>
          <p:cNvPicPr preferRelativeResize="0"/>
          <p:nvPr/>
        </p:nvPicPr>
        <p:blipFill rotWithShape="1">
          <a:blip r:embed="rId2">
            <a:alphaModFix/>
          </a:blip>
          <a:srcRect l="9554" t="24998" r="14683" b="4782"/>
          <a:stretch/>
        </p:blipFill>
        <p:spPr>
          <a:xfrm>
            <a:off x="7984503" y="6196488"/>
            <a:ext cx="1159497" cy="684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4000" cy="1447800"/>
          </a:xfrm>
          <a:prstGeom prst="rect">
            <a:avLst/>
          </a:prstGeom>
          <a:solidFill>
            <a:srgbClr val="004080"/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8475" algn="l" rtl="0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4250"/>
              <a:buFont typeface="Arial"/>
              <a:buChar char="•"/>
              <a:defRPr sz="3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Courier New"/>
              <a:buChar char="o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92800" y="630932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ctrTitle"/>
          </p:nvPr>
        </p:nvSpPr>
        <p:spPr>
          <a:xfrm>
            <a:off x="510750" y="1512200"/>
            <a:ext cx="8122500" cy="10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60" b="1">
                <a:solidFill>
                  <a:schemeClr val="dk1"/>
                </a:solidFill>
              </a:rPr>
              <a:t>Benchmarking Message Brokers for IoT Edge</a:t>
            </a:r>
            <a:endParaRPr sz="2560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60" b="1">
                <a:solidFill>
                  <a:schemeClr val="dk1"/>
                </a:solidFill>
              </a:rPr>
              <a:t>Computing: A Comprehensive Performance Study</a:t>
            </a:r>
            <a:endParaRPr sz="2560" b="1">
              <a:solidFill>
                <a:schemeClr val="dk1"/>
              </a:solidFill>
            </a:endParaRPr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1371600" y="5105403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8"/>
              <a:buNone/>
            </a:pPr>
            <a:r>
              <a:rPr lang="en-US" sz="1910" b="1">
                <a:solidFill>
                  <a:schemeClr val="dk1"/>
                </a:solidFill>
              </a:rPr>
              <a:t>Tapajit Chandra Paul</a:t>
            </a:r>
            <a:endParaRPr sz="1815"/>
          </a:p>
          <a:p>
            <a:pPr marL="0" lvl="0" indent="0" algn="ctr" rtl="0">
              <a:lnSpc>
                <a:spcPct val="9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ts val="2138"/>
              <a:buNone/>
            </a:pPr>
            <a:r>
              <a:rPr lang="en-US" sz="1910" b="1">
                <a:solidFill>
                  <a:schemeClr val="dk1"/>
                </a:solidFill>
              </a:rPr>
              <a:t>High Performance Cloud Computing Lab (HPCC)</a:t>
            </a:r>
            <a:endParaRPr sz="1815"/>
          </a:p>
          <a:p>
            <a:pPr marL="0" lvl="0" indent="0" algn="ctr" rtl="0">
              <a:lnSpc>
                <a:spcPct val="9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ts val="2138"/>
              <a:buNone/>
            </a:pPr>
            <a:r>
              <a:rPr lang="en-US" sz="1910">
                <a:solidFill>
                  <a:schemeClr val="dk1"/>
                </a:solidFill>
              </a:rPr>
              <a:t>School of Computing and Informatics</a:t>
            </a:r>
            <a:endParaRPr sz="1815"/>
          </a:p>
          <a:p>
            <a:pPr marL="0" lvl="0" indent="0" algn="ctr" rtl="0">
              <a:lnSpc>
                <a:spcPct val="9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ts val="2138"/>
              <a:buNone/>
            </a:pPr>
            <a:r>
              <a:rPr lang="en-US" sz="1910">
                <a:solidFill>
                  <a:schemeClr val="dk1"/>
                </a:solidFill>
              </a:rPr>
              <a:t>University of North Texas</a:t>
            </a:r>
            <a:endParaRPr sz="1815"/>
          </a:p>
          <a:p>
            <a:pPr marL="0" lvl="0" indent="0" algn="ctr" rtl="0">
              <a:lnSpc>
                <a:spcPct val="9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ts val="2138"/>
              <a:buNone/>
            </a:pPr>
            <a:r>
              <a:rPr lang="en-US" sz="1910">
                <a:solidFill>
                  <a:schemeClr val="dk1"/>
                </a:solidFill>
              </a:rPr>
              <a:t>Apr 06, 2026</a:t>
            </a:r>
            <a:endParaRPr sz="1530"/>
          </a:p>
          <a:p>
            <a:pPr marL="0" lvl="0" indent="0" algn="ctr" rtl="0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rgbClr val="888888"/>
              </a:buClr>
              <a:buSzPts val="2019"/>
              <a:buNone/>
            </a:pPr>
            <a:endParaRPr sz="1815"/>
          </a:p>
        </p:txBody>
      </p:sp>
      <p:sp>
        <p:nvSpPr>
          <p:cNvPr id="34" name="Google Shape;34;p4"/>
          <p:cNvSpPr txBox="1"/>
          <p:nvPr/>
        </p:nvSpPr>
        <p:spPr>
          <a:xfrm>
            <a:off x="35400" y="3981713"/>
            <a:ext cx="9073200" cy="7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26th IEEE International Symposium on Cluster, Cloud, and Internet Computing (CCGRID)</a:t>
            </a:r>
            <a:b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Journal Extension)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4" title="Screenshot 2026-04-06 at 12.51.57 A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899" y="2686225"/>
            <a:ext cx="8880213" cy="100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 sz="2860"/>
              <a:t>Proposed Extension: Beyond 1-to-1 Steady Load</a:t>
            </a:r>
            <a:endParaRPr sz="2860"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3" name="Google Shape;43;p5"/>
          <p:cNvSpPr txBox="1"/>
          <p:nvPr/>
        </p:nvSpPr>
        <p:spPr>
          <a:xfrm>
            <a:off x="133750" y="1574050"/>
            <a:ext cx="8862300" cy="51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❖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Extend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benchmark from isolated pairwise communication to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shared-topic and dynamic workloads</a:t>
            </a:r>
          </a:p>
          <a:p>
            <a:pPr marL="558800" lvl="1">
              <a:buClr>
                <a:schemeClr val="dk1"/>
              </a:buClr>
              <a:buSzPts val="2000"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❖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IoT systems are rarely pure 1-to-1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applications use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aggregation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broadcast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Steady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-rate benchmarks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behavior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under traffic spikes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want to study both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topology effect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traffic dynamics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new experiments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 1: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Fan-out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under steady load</a:t>
            </a:r>
            <a:r>
              <a:rPr lang="en-US" sz="2000" dirty="0"/>
              <a:t> → replication efficiency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 2: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Fan-in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steady load</a:t>
            </a:r>
            <a:r>
              <a:rPr lang="en-US" sz="2000" dirty="0"/>
              <a:t> → aggregation efficiency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 3: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Bursty fan-out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(under dynamic traffic)</a:t>
            </a:r>
            <a:r>
              <a:rPr lang="en-US" sz="2000" dirty="0"/>
              <a:t> </a:t>
            </a:r>
            <a:r>
              <a:rPr lang="en-US" dirty="0"/>
              <a:t>→ overload and recovery behavior</a:t>
            </a: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 4: Busty fan-in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(under dynamic traffic)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extension?</a:t>
            </a:r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5797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l" rtl="0">
              <a:spcBef>
                <a:spcPts val="360"/>
              </a:spcBef>
              <a:spcAft>
                <a:spcPts val="0"/>
              </a:spcAft>
              <a:buSzPts val="2250"/>
              <a:buFont typeface="Wingdings" pitchFamily="2" charset="2"/>
              <a:buChar char="v"/>
            </a:pPr>
            <a:r>
              <a:rPr lang="en-US" dirty="0"/>
              <a:t>Why?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Current paper studies isolated 1-to-1 steady load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Extension studies </a:t>
            </a:r>
            <a:r>
              <a:rPr lang="en-US" b="1" dirty="0"/>
              <a:t>shared-topic </a:t>
            </a:r>
            <a:r>
              <a:rPr lang="en-US" dirty="0"/>
              <a:t>workloads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Extension also studies dynamic traffic</a:t>
            </a:r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60"/>
              <a:t>Experiment 1: Fan-Out Under Steady Load</a:t>
            </a:r>
            <a:endParaRPr sz="3260"/>
          </a:p>
        </p:txBody>
      </p:sp>
      <p:sp>
        <p:nvSpPr>
          <p:cNvPr id="58" name="Google Shape;58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9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57200" lvl="0" indent="-328613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Research question</a:t>
            </a:r>
            <a:endParaRPr dirty="0"/>
          </a:p>
          <a:p>
            <a:pPr marL="914400" lvl="1" indent="-308610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How </a:t>
            </a:r>
            <a:r>
              <a:rPr lang="en-US" b="1" dirty="0"/>
              <a:t>efficiently</a:t>
            </a:r>
            <a:r>
              <a:rPr lang="en-US" dirty="0"/>
              <a:t> can a broker </a:t>
            </a:r>
            <a:r>
              <a:rPr lang="en-US" b="1" dirty="0"/>
              <a:t>replicate messages to many subscribers</a:t>
            </a:r>
            <a:r>
              <a:rPr lang="en-US" dirty="0"/>
              <a:t> when publisher count scales slowly with subscriber count?</a:t>
            </a:r>
            <a:endParaRPr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28613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Topology</a:t>
            </a:r>
            <a:endParaRPr dirty="0"/>
          </a:p>
          <a:p>
            <a:pPr marL="914400" lvl="1" indent="-308610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P publishers → S subscribers</a:t>
            </a:r>
            <a:endParaRPr dirty="0"/>
          </a:p>
          <a:p>
            <a:pPr marL="914400" lvl="1" indent="-308610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All publishers publish to the same topic</a:t>
            </a:r>
            <a:endParaRPr dirty="0"/>
          </a:p>
          <a:p>
            <a:pPr marL="914400" lvl="1" indent="-308610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All subscribers subscribe to the same topic</a:t>
            </a:r>
            <a:endParaRPr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28613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Publisher scaling rule</a:t>
            </a:r>
            <a:endParaRPr dirty="0"/>
          </a:p>
          <a:p>
            <a:pPr marL="914400" lvl="1" indent="-308610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P = max(1, ceil(S / 100))</a:t>
            </a:r>
            <a:endParaRPr dirty="0"/>
          </a:p>
          <a:p>
            <a:pPr marL="914400" lvl="1" indent="-308610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use 1 publisher per 100 subscribers</a:t>
            </a:r>
            <a:endParaRPr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28613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Suggested subscriber scales</a:t>
            </a:r>
            <a:endParaRPr dirty="0"/>
          </a:p>
          <a:p>
            <a:pPr marL="914400" lvl="1" indent="-308610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S = 500, 1000, … , 5000</a:t>
            </a:r>
            <a:endParaRPr dirty="0"/>
          </a:p>
          <a:p>
            <a:pPr marL="914400" lvl="1" indent="-308610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then publishers become: 5, 10, 20, … , 50</a:t>
            </a:r>
            <a:endParaRPr dirty="0"/>
          </a:p>
        </p:txBody>
      </p:sp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60" dirty="0"/>
              <a:t>Experiment 1: Fan-Out Under Steady Load</a:t>
            </a:r>
            <a:endParaRPr sz="3260" dirty="0"/>
          </a:p>
        </p:txBody>
      </p:sp>
      <p:sp>
        <p:nvSpPr>
          <p:cNvPr id="66" name="Google Shape;66;p8"/>
          <p:cNvSpPr txBox="1">
            <a:spLocks noGrp="1"/>
          </p:cNvSpPr>
          <p:nvPr>
            <p:ph type="body" idx="1"/>
          </p:nvPr>
        </p:nvSpPr>
        <p:spPr>
          <a:xfrm>
            <a:off x="150250" y="1696424"/>
            <a:ext cx="8829300" cy="480016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Offered load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Publish throughput target = P × 10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Delivery throughput target</a:t>
            </a:r>
            <a:r>
              <a:rPr lang="en-US" dirty="0"/>
              <a:t> = P × 10 × S</a:t>
            </a:r>
            <a:endParaRPr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Metrics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Throughput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CPU Utilization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Memory footprint</a:t>
            </a:r>
          </a:p>
          <a:p>
            <a:pPr lvl="1" indent="-325755">
              <a:lnSpc>
                <a:spcPct val="115000"/>
              </a:lnSpc>
              <a:spcBef>
                <a:spcPts val="0"/>
              </a:spcBef>
              <a:buSzPct val="64286"/>
              <a:buChar char="➢"/>
            </a:pPr>
            <a:r>
              <a:rPr lang="en-US" dirty="0">
                <a:solidFill>
                  <a:schemeClr val="accent2"/>
                </a:solidFill>
              </a:rPr>
              <a:t>Network overhead / bandwidth usage</a:t>
            </a:r>
            <a:endParaRPr dirty="0">
              <a:solidFill>
                <a:schemeClr val="accent2"/>
              </a:solidFill>
            </a:endParaRPr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Expected insight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Measures one-to-many dissemination under controlled ingress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Much more realistic than pure single-publisher broadcast</a:t>
            </a:r>
          </a:p>
          <a:p>
            <a:pPr lvl="1" indent="-325755">
              <a:lnSpc>
                <a:spcPct val="115000"/>
              </a:lnSpc>
              <a:spcBef>
                <a:spcPts val="0"/>
              </a:spcBef>
              <a:buSzPct val="64286"/>
              <a:buChar char="➢"/>
            </a:pPr>
            <a:r>
              <a:rPr lang="en-US" dirty="0">
                <a:solidFill>
                  <a:schemeClr val="accent2"/>
                </a:solidFill>
              </a:rPr>
              <a:t>May indicate whether some brokers reduce per-message overhead through more efficient internal handling (e.g., batching-like effects)</a:t>
            </a:r>
          </a:p>
          <a:p>
            <a:pPr lvl="1" indent="-325755">
              <a:lnSpc>
                <a:spcPct val="115000"/>
              </a:lnSpc>
              <a:spcBef>
                <a:spcPts val="0"/>
              </a:spcBef>
              <a:buSzPct val="64286"/>
              <a:buChar char="➢"/>
            </a:pPr>
            <a:r>
              <a:rPr lang="en-US" dirty="0">
                <a:solidFill>
                  <a:schemeClr val="accent2"/>
                </a:solidFill>
              </a:rPr>
              <a:t>Shows whether some brokers deliver higher throughput with lower bandwidth overhead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67" name="Google Shape;67;p8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2E49C3F-FABF-C750-A2D7-2699CEFD6AD2}"/>
                  </a:ext>
                </a:extLst>
              </p14:cNvPr>
              <p14:cNvContentPartPr/>
              <p14:nvPr/>
            </p14:nvContentPartPr>
            <p14:xfrm>
              <a:off x="5640840" y="1772280"/>
              <a:ext cx="3137040" cy="1242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2E49C3F-FABF-C750-A2D7-2699CEFD6A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31480" y="1762920"/>
                <a:ext cx="3155760" cy="1261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3BA63-D0C8-7D91-632D-B9CA54325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F8F2-0F4C-8AF2-F0FA-378E2C0A7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of Fan-Out Topology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03A89-B991-DA08-E221-DD9C9DCD8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096" y="1664208"/>
            <a:ext cx="8485632" cy="475615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Industrial control-state dissemination</a:t>
            </a:r>
          </a:p>
          <a:p>
            <a:pPr lvl="1"/>
            <a:r>
              <a:rPr lang="en-US" b="1" dirty="0"/>
              <a:t>one</a:t>
            </a:r>
            <a:r>
              <a:rPr lang="en-US" dirty="0"/>
              <a:t> supervisory </a:t>
            </a:r>
            <a:r>
              <a:rPr lang="en-US" b="1" dirty="0"/>
              <a:t>controller</a:t>
            </a:r>
            <a:r>
              <a:rPr lang="en-US" dirty="0"/>
              <a:t> distributes setpoints, schedules, or control parameters to </a:t>
            </a:r>
            <a:r>
              <a:rPr lang="en-US" b="1" dirty="0"/>
              <a:t>many</a:t>
            </a:r>
            <a:r>
              <a:rPr lang="en-US" dirty="0"/>
              <a:t> </a:t>
            </a:r>
            <a:r>
              <a:rPr lang="en-US" b="1" dirty="0"/>
              <a:t>machines</a:t>
            </a:r>
            <a:r>
              <a:rPr lang="en-US" dirty="0"/>
              <a:t> on the shop floor</a:t>
            </a:r>
          </a:p>
          <a:p>
            <a:pPr lvl="1"/>
            <a:endParaRPr lang="en-US" dirty="0"/>
          </a:p>
          <a:p>
            <a:r>
              <a:rPr lang="en-US" b="1" dirty="0"/>
              <a:t>Plant-wide configuration updates</a:t>
            </a:r>
          </a:p>
          <a:p>
            <a:pPr lvl="1"/>
            <a:r>
              <a:rPr lang="en-US" dirty="0"/>
              <a:t>one management service pushes configuration or policy changes to many gateways and devices</a:t>
            </a:r>
          </a:p>
          <a:p>
            <a:pPr lvl="1"/>
            <a:endParaRPr lang="en-US" b="1" dirty="0"/>
          </a:p>
          <a:p>
            <a:r>
              <a:rPr lang="en-US" b="1" dirty="0"/>
              <a:t>Operational dashboard distribution</a:t>
            </a:r>
          </a:p>
          <a:p>
            <a:pPr lvl="1"/>
            <a:r>
              <a:rPr lang="en-US" dirty="0"/>
              <a:t>one analytics service publishes processed plant status to many operator consoles and local applications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826FC-CA7D-8C13-067E-717D8A71BC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54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55F44-63AC-0D1B-7C79-C4002569B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Network Bandwidth for fan-out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FEDB0-2C87-52D0-01B6-67ED62F0A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Fan-out replicates messages to many subscribers </a:t>
            </a:r>
          </a:p>
          <a:p>
            <a:r>
              <a:rPr lang="en-US" sz="2800" dirty="0"/>
              <a:t>Network cost naturally grows in Fan-out</a:t>
            </a:r>
          </a:p>
          <a:p>
            <a:r>
              <a:rPr lang="en-US" sz="2800" dirty="0"/>
              <a:t>This is where “bytes on wire” is most meaningful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6D830-1A94-65F9-595C-E49F769988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05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660"/>
              <a:t>Why 1 Publisher per 100 Subscribers?</a:t>
            </a:r>
            <a:endParaRPr sz="3660"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0" indent="-350044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Why not only 1 publisher?</a:t>
            </a:r>
            <a:endParaRPr dirty="0"/>
          </a:p>
          <a:p>
            <a:pPr marL="914400" lvl="1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less realistic </a:t>
            </a:r>
            <a:r>
              <a:rPr lang="en-US" dirty="0"/>
              <a:t>for practical deployments</a:t>
            </a:r>
            <a:endParaRPr dirty="0"/>
          </a:p>
          <a:p>
            <a:pPr marL="914400" lvl="1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may </a:t>
            </a:r>
            <a:r>
              <a:rPr lang="en-US" b="1" dirty="0"/>
              <a:t>under-stress</a:t>
            </a:r>
            <a:r>
              <a:rPr lang="en-US" dirty="0"/>
              <a:t> ingress</a:t>
            </a:r>
            <a:endParaRPr dirty="0"/>
          </a:p>
          <a:p>
            <a:pPr marL="914400" lvl="1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may </a:t>
            </a:r>
            <a:r>
              <a:rPr lang="en-US" b="1" dirty="0"/>
              <a:t>overemphasize</a:t>
            </a:r>
            <a:r>
              <a:rPr lang="en-US" dirty="0"/>
              <a:t> </a:t>
            </a:r>
            <a:r>
              <a:rPr lang="en-US" b="1" dirty="0"/>
              <a:t>one</a:t>
            </a:r>
            <a:r>
              <a:rPr lang="en-US" dirty="0"/>
              <a:t> client’s limits</a:t>
            </a: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Why 1:100 makes sense, because:</a:t>
            </a:r>
            <a:endParaRPr dirty="0"/>
          </a:p>
          <a:p>
            <a:pPr marL="914400" lvl="1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keeps the experiment </a:t>
            </a:r>
            <a:r>
              <a:rPr lang="en-US" b="1" dirty="0"/>
              <a:t>primarily fan-out</a:t>
            </a:r>
            <a:endParaRPr b="1" dirty="0"/>
          </a:p>
          <a:p>
            <a:pPr marL="914400" lvl="1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introduces</a:t>
            </a:r>
            <a:r>
              <a:rPr lang="en-US" dirty="0"/>
              <a:t> just </a:t>
            </a:r>
            <a:r>
              <a:rPr lang="en-US" b="1" dirty="0"/>
              <a:t>enough</a:t>
            </a:r>
            <a:r>
              <a:rPr lang="en-US" dirty="0"/>
              <a:t> ingress </a:t>
            </a:r>
            <a:r>
              <a:rPr lang="en-US" b="1" dirty="0"/>
              <a:t>diversity</a:t>
            </a:r>
            <a:endParaRPr b="1" dirty="0"/>
          </a:p>
          <a:p>
            <a:pPr marL="914400" lvl="1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aligns nicely</a:t>
            </a:r>
            <a:r>
              <a:rPr lang="en-US" dirty="0"/>
              <a:t> with the</a:t>
            </a:r>
            <a:r>
              <a:rPr lang="en-US" b="1" dirty="0"/>
              <a:t> original</a:t>
            </a:r>
            <a:r>
              <a:rPr lang="en-US" dirty="0"/>
              <a:t> study’s scale</a:t>
            </a:r>
            <a:endParaRPr dirty="0"/>
          </a:p>
          <a:p>
            <a:pPr marL="914400" lvl="1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easy</a:t>
            </a:r>
            <a:r>
              <a:rPr lang="en-US" dirty="0"/>
              <a:t> to explain and </a:t>
            </a:r>
            <a:r>
              <a:rPr lang="en-US" b="1" dirty="0"/>
              <a:t>reproduce</a:t>
            </a:r>
            <a:endParaRPr b="1" dirty="0"/>
          </a:p>
          <a:p>
            <a:pPr marL="91440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" name="Google Shape;75;p9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Fan-Out: What We Expect</a:t>
            </a:r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57200" lvl="0" indent="-350044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Expect to see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/>
              <a:t>Delivery</a:t>
            </a:r>
            <a:r>
              <a:rPr lang="en-US"/>
              <a:t> overhead rises </a:t>
            </a:r>
            <a:r>
              <a:rPr lang="en-US" dirty="0"/>
              <a:t>with </a:t>
            </a:r>
            <a:r>
              <a:rPr lang="en-US" b="1" dirty="0"/>
              <a:t>subscriber</a:t>
            </a:r>
            <a:r>
              <a:rPr lang="en-US" dirty="0"/>
              <a:t> count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CPU</a:t>
            </a:r>
            <a:r>
              <a:rPr lang="en-US" dirty="0"/>
              <a:t> rises quickly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Latency</a:t>
            </a:r>
            <a:r>
              <a:rPr lang="en-US" dirty="0"/>
              <a:t> rises at high fan-out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Multi-threaded</a:t>
            </a:r>
            <a:r>
              <a:rPr lang="en-US" dirty="0"/>
              <a:t> brokers scale </a:t>
            </a:r>
            <a:r>
              <a:rPr lang="en-US" b="1" dirty="0"/>
              <a:t>better</a:t>
            </a:r>
            <a:endParaRPr b="1"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Single-threaded </a:t>
            </a:r>
            <a:r>
              <a:rPr lang="en-US" dirty="0"/>
              <a:t>brokers </a:t>
            </a:r>
            <a:r>
              <a:rPr lang="en-US" b="1" dirty="0"/>
              <a:t>saturate</a:t>
            </a:r>
            <a:r>
              <a:rPr lang="en-US" dirty="0"/>
              <a:t> earlier</a:t>
            </a: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We learn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Which </a:t>
            </a:r>
            <a:r>
              <a:rPr lang="en-US" b="1" dirty="0"/>
              <a:t>brokers</a:t>
            </a:r>
            <a:r>
              <a:rPr lang="en-US" dirty="0"/>
              <a:t> are best for </a:t>
            </a:r>
            <a:r>
              <a:rPr lang="en-US" b="1" dirty="0"/>
              <a:t>broadcast</a:t>
            </a:r>
            <a:endParaRPr b="1"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Cost of message replication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Whether 1-to-1 strength also helps in fan-out</a:t>
            </a:r>
            <a:endParaRPr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460"/>
              <a:t>Experiment 2: Fan-In Under Steady Load</a:t>
            </a:r>
            <a:endParaRPr sz="3460"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525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0" indent="-360759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Research question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How does </a:t>
            </a:r>
            <a:r>
              <a:rPr lang="en-US" b="1" dirty="0"/>
              <a:t>performance change</a:t>
            </a:r>
            <a:r>
              <a:rPr lang="en-US" dirty="0"/>
              <a:t> when many publishers send to </a:t>
            </a:r>
            <a:r>
              <a:rPr lang="en-US" b="1" dirty="0"/>
              <a:t>one shared topic</a:t>
            </a:r>
            <a:r>
              <a:rPr lang="en-US" dirty="0"/>
              <a:t> instead of isolated 1-to-1 pairs?</a:t>
            </a:r>
            <a:endParaRPr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60759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Topology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N publishers → 1 subscriber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All publishers publish to the </a:t>
            </a:r>
            <a:r>
              <a:rPr lang="en-US" b="1" dirty="0"/>
              <a:t>same topic</a:t>
            </a:r>
            <a:endParaRPr b="1"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60759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Why this experiment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isolates</a:t>
            </a:r>
            <a:r>
              <a:rPr lang="en-US" dirty="0"/>
              <a:t> the </a:t>
            </a:r>
            <a:r>
              <a:rPr lang="en-US" b="1" dirty="0"/>
              <a:t>effect</a:t>
            </a:r>
            <a:r>
              <a:rPr lang="en-US" dirty="0"/>
              <a:t> of shared-topic </a:t>
            </a:r>
            <a:r>
              <a:rPr lang="en-US" b="1" dirty="0"/>
              <a:t>aggregation</a:t>
            </a:r>
            <a:endParaRPr b="1"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keeps traffic steady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directly </a:t>
            </a:r>
            <a:r>
              <a:rPr lang="en-US" b="1" dirty="0"/>
              <a:t>comparable</a:t>
            </a:r>
            <a:r>
              <a:rPr lang="en-US" dirty="0"/>
              <a:t> to the current </a:t>
            </a:r>
            <a:r>
              <a:rPr lang="en-US" b="1" dirty="0"/>
              <a:t>throughput</a:t>
            </a:r>
            <a:r>
              <a:rPr lang="en-US" dirty="0"/>
              <a:t> </a:t>
            </a:r>
            <a:r>
              <a:rPr lang="en-US" b="1" dirty="0"/>
              <a:t>experiment</a:t>
            </a:r>
            <a:endParaRPr b="1" dirty="0"/>
          </a:p>
        </p:txBody>
      </p:sp>
      <p:sp>
        <p:nvSpPr>
          <p:cNvPr id="91" name="Google Shape;91;p11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402BC-9956-957A-EFAE-34D035881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of Fan-In Topology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1370F-D29C-6C8D-FE73-52A354A30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096" y="1664208"/>
            <a:ext cx="8485632" cy="475615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Sensor aggregation at an edge gateway</a:t>
            </a:r>
          </a:p>
          <a:p>
            <a:pPr lvl="1"/>
            <a:r>
              <a:rPr lang="en-US" dirty="0"/>
              <a:t>many </a:t>
            </a:r>
            <a:r>
              <a:rPr lang="en-US" b="1" dirty="0"/>
              <a:t>IoT devices </a:t>
            </a:r>
            <a:r>
              <a:rPr lang="en-US" dirty="0"/>
              <a:t>continuously </a:t>
            </a:r>
            <a:r>
              <a:rPr lang="en-US" b="1" dirty="0"/>
              <a:t>send telemetry </a:t>
            </a:r>
            <a:r>
              <a:rPr lang="en-US" dirty="0"/>
              <a:t>to one collector for monitoring and analytics</a:t>
            </a:r>
          </a:p>
          <a:p>
            <a:endParaRPr lang="en-US" dirty="0"/>
          </a:p>
          <a:p>
            <a:r>
              <a:rPr lang="en-US" b="1" dirty="0"/>
              <a:t>Fleet or robot status collection</a:t>
            </a:r>
          </a:p>
          <a:p>
            <a:pPr lvl="1"/>
            <a:r>
              <a:rPr lang="en-US" dirty="0"/>
              <a:t>many </a:t>
            </a:r>
            <a:r>
              <a:rPr lang="en-US" b="1" dirty="0"/>
              <a:t>distributed</a:t>
            </a:r>
            <a:r>
              <a:rPr lang="en-US" dirty="0"/>
              <a:t> </a:t>
            </a:r>
            <a:r>
              <a:rPr lang="en-US" b="1" dirty="0"/>
              <a:t>agents</a:t>
            </a:r>
            <a:r>
              <a:rPr lang="en-US" dirty="0"/>
              <a:t> report health, position, or state updates to a </a:t>
            </a:r>
            <a:r>
              <a:rPr lang="en-US" b="1" dirty="0"/>
              <a:t>central controller </a:t>
            </a:r>
          </a:p>
          <a:p>
            <a:endParaRPr lang="en-US" b="1" dirty="0"/>
          </a:p>
          <a:p>
            <a:r>
              <a:rPr lang="en-US" b="1" dirty="0"/>
              <a:t>Industrial data ingest</a:t>
            </a:r>
          </a:p>
          <a:p>
            <a:pPr lvl="1"/>
            <a:r>
              <a:rPr lang="en-US" dirty="0"/>
              <a:t>multiple machines publish measurements to a shared stream for local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71BF5-F082-1BD9-17C5-5B289C3AB2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989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60"/>
              <a:t>Experiment 2: Fan-In Under Steady Load</a:t>
            </a:r>
            <a:endParaRPr sz="3260"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174425" y="1600800"/>
            <a:ext cx="7123358" cy="525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360759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Parameters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Publishers</a:t>
            </a:r>
            <a:r>
              <a:rPr lang="en-US" dirty="0"/>
              <a:t>: 500, 1000, 2000, 5000, 10000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Subscriber</a:t>
            </a:r>
            <a:r>
              <a:rPr lang="en-US" dirty="0"/>
              <a:t>: 1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Rate</a:t>
            </a:r>
            <a:r>
              <a:rPr lang="en-US" dirty="0"/>
              <a:t> per publisher: 10 msg/s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Payload</a:t>
            </a:r>
            <a:r>
              <a:rPr lang="en-US" dirty="0"/>
              <a:t>: 1 KB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Duration</a:t>
            </a:r>
            <a:r>
              <a:rPr lang="en-US" dirty="0"/>
              <a:t>: 120 s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Warmup</a:t>
            </a:r>
            <a:r>
              <a:rPr lang="en-US" dirty="0"/>
              <a:t>: 60 s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QoS</a:t>
            </a:r>
            <a:r>
              <a:rPr lang="en-US" dirty="0"/>
              <a:t>: 0</a:t>
            </a:r>
            <a:endParaRPr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60759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Metrics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Throughput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CPU Utilization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Memory footprint</a:t>
            </a:r>
            <a:endParaRPr dirty="0"/>
          </a:p>
        </p:txBody>
      </p:sp>
      <p:sp>
        <p:nvSpPr>
          <p:cNvPr id="99" name="Google Shape;99;p12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00" name="Google Shape;100;p12"/>
          <p:cNvSpPr txBox="1"/>
          <p:nvPr/>
        </p:nvSpPr>
        <p:spPr>
          <a:xfrm>
            <a:off x="4423175" y="3429000"/>
            <a:ext cx="4720800" cy="31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❖"/>
            </a:pP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Expected insight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❖"/>
            </a:pP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 the cost of shared-topic contention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❖"/>
            </a:pP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Reveals whether brokers handle ingress aggregation better or worse than isolated pairs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Fan-In: What We Expect</a:t>
            </a:r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57200" lvl="0" indent="-350044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Expect to see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Fan-in</a:t>
            </a:r>
            <a:r>
              <a:rPr lang="en-US" dirty="0"/>
              <a:t> is cheaper than fan-out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Throughput still drops vs 1-to-1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Shared-topic contention increases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CPU rises with publisher count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Latency rises gradually</a:t>
            </a: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We learn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Which</a:t>
            </a:r>
            <a:r>
              <a:rPr lang="en-US" dirty="0"/>
              <a:t> brokers are </a:t>
            </a:r>
            <a:r>
              <a:rPr lang="en-US" b="1" dirty="0"/>
              <a:t>best</a:t>
            </a:r>
            <a:r>
              <a:rPr lang="en-US" dirty="0"/>
              <a:t> for </a:t>
            </a:r>
            <a:r>
              <a:rPr lang="en-US" b="1" dirty="0"/>
              <a:t>aggregation</a:t>
            </a:r>
            <a:endParaRPr b="1"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Cost</a:t>
            </a:r>
            <a:r>
              <a:rPr lang="en-US" dirty="0"/>
              <a:t> of hot </a:t>
            </a:r>
            <a:r>
              <a:rPr lang="en-US" b="1" dirty="0"/>
              <a:t>shared-topic </a:t>
            </a:r>
            <a:r>
              <a:rPr lang="en-US" dirty="0"/>
              <a:t>ingest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Whether </a:t>
            </a:r>
            <a:r>
              <a:rPr lang="en-US" b="1" dirty="0"/>
              <a:t>ingress</a:t>
            </a:r>
            <a:r>
              <a:rPr lang="en-US" dirty="0"/>
              <a:t> or </a:t>
            </a:r>
            <a:r>
              <a:rPr lang="en-US" b="1" dirty="0"/>
              <a:t>topic</a:t>
            </a:r>
            <a:r>
              <a:rPr lang="en-US" dirty="0"/>
              <a:t> handling is the </a:t>
            </a:r>
            <a:r>
              <a:rPr lang="en-US" b="1" dirty="0"/>
              <a:t>bottleneck</a:t>
            </a:r>
            <a:endParaRPr b="1" dirty="0"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460"/>
              <a:t>Experiment 3: Bursty Controlled Fan-Out</a:t>
            </a:r>
            <a:endParaRPr sz="3460"/>
          </a:p>
        </p:txBody>
      </p:sp>
      <p:sp>
        <p:nvSpPr>
          <p:cNvPr id="115" name="Google Shape;115;p14"/>
          <p:cNvSpPr txBox="1">
            <a:spLocks noGrp="1"/>
          </p:cNvSpPr>
          <p:nvPr>
            <p:ph type="body" idx="1"/>
          </p:nvPr>
        </p:nvSpPr>
        <p:spPr>
          <a:xfrm>
            <a:off x="159550" y="1600200"/>
            <a:ext cx="8686800" cy="525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Research question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How do </a:t>
            </a:r>
            <a:r>
              <a:rPr lang="en-US" b="1" dirty="0"/>
              <a:t>brokers behave</a:t>
            </a:r>
            <a:r>
              <a:rPr lang="en-US" dirty="0"/>
              <a:t> when </a:t>
            </a:r>
            <a:r>
              <a:rPr lang="en-US" b="1" dirty="0"/>
              <a:t>one-to-many </a:t>
            </a:r>
            <a:r>
              <a:rPr lang="en-US" dirty="0"/>
              <a:t>dissemination is combined with </a:t>
            </a:r>
            <a:r>
              <a:rPr lang="en-US" b="1" dirty="0"/>
              <a:t>bursty traffic</a:t>
            </a:r>
            <a:r>
              <a:rPr lang="en-US" dirty="0"/>
              <a:t> and recovery periods?</a:t>
            </a:r>
            <a:endParaRPr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Topology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Same as Exp 1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P publishers → S subscribers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shared topic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P = max(1, ceil(S / 100))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S = 1000</a:t>
            </a:r>
            <a:endParaRPr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Why this experiment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Exp 1 shows steady-state fan-out behavior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Exp 3 adds transient overload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this is closer to alarms, event bursts, and sudden telemetry spikes</a:t>
            </a:r>
            <a:endParaRPr dirty="0"/>
          </a:p>
        </p:txBody>
      </p:sp>
      <p:sp>
        <p:nvSpPr>
          <p:cNvPr id="116" name="Google Shape;116;p14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EB944-7250-6489-E8BA-D7FD07569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4193-3005-6603-4C66-D3BE80C4E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cases of Bursty Fan-Out Topology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E5811-5E6E-D82C-73F9-D56A145B9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096" y="1664208"/>
            <a:ext cx="8485632" cy="475615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Emergency alert dissemination</a:t>
            </a:r>
          </a:p>
          <a:p>
            <a:pPr lvl="1"/>
            <a:r>
              <a:rPr lang="en-US" dirty="0"/>
              <a:t>one event suddenly triggers notifications to many receivers at once</a:t>
            </a:r>
          </a:p>
          <a:p>
            <a:pPr lvl="1"/>
            <a:endParaRPr lang="en-US" dirty="0"/>
          </a:p>
          <a:p>
            <a:r>
              <a:rPr lang="en-US" b="1" dirty="0"/>
              <a:t>Intrusion or alarm broadcast</a:t>
            </a:r>
          </a:p>
          <a:p>
            <a:pPr lvl="1"/>
            <a:r>
              <a:rPr lang="en-US" dirty="0"/>
              <a:t>a monitoring system pushes urgent alerts to multiple downstream systems simultaneously</a:t>
            </a:r>
          </a:p>
          <a:p>
            <a:pPr marL="571500" lvl="1" indent="0">
              <a:buNone/>
            </a:pPr>
            <a:endParaRPr lang="en-US" b="1" dirty="0"/>
          </a:p>
          <a:p>
            <a:r>
              <a:rPr lang="en-US" b="1" dirty="0"/>
              <a:t>Traffic / airspace advisory push</a:t>
            </a:r>
          </a:p>
          <a:p>
            <a:pPr lvl="1"/>
            <a:r>
              <a:rPr lang="en-US" dirty="0"/>
              <a:t>a sudden event causes one publisher to send time-sensitive updates to many consumers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D1EAA-AE8D-A5B9-F793-FDA37D0449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661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60"/>
              <a:t>Experiment 3: Bursty Traffic Profile</a:t>
            </a:r>
            <a:endParaRPr sz="3260"/>
          </a:p>
        </p:txBody>
      </p:sp>
      <p:sp>
        <p:nvSpPr>
          <p:cNvPr id="123" name="Google Shape;123;p15"/>
          <p:cNvSpPr txBox="1">
            <a:spLocks noGrp="1"/>
          </p:cNvSpPr>
          <p:nvPr>
            <p:ph type="body" idx="1"/>
          </p:nvPr>
        </p:nvSpPr>
        <p:spPr>
          <a:xfrm>
            <a:off x="457200" y="1486989"/>
            <a:ext cx="8475600" cy="514023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Traffic phases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Warmup</a:t>
            </a:r>
            <a:r>
              <a:rPr lang="en-US" dirty="0"/>
              <a:t>: 60 s @ 10 msg/s per publisher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Baseline</a:t>
            </a:r>
            <a:r>
              <a:rPr lang="en-US" dirty="0"/>
              <a:t>: 60 s @ 10 msg/s per publisher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Burst</a:t>
            </a:r>
            <a:r>
              <a:rPr lang="en-US" dirty="0"/>
              <a:t>: 20 s @ 30 msg/s per publisher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Elevated phase</a:t>
            </a:r>
            <a:r>
              <a:rPr lang="en-US" dirty="0"/>
              <a:t>: 60 s @ 15 msg/s per publisher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Recovery</a:t>
            </a:r>
            <a:r>
              <a:rPr lang="en-US" dirty="0"/>
              <a:t>: 60 s @ 10 msg/s per publisher</a:t>
            </a:r>
            <a:endParaRPr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Why these numbers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3× burst is strong enough to expose overload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elevated phase shows</a:t>
            </a:r>
            <a:r>
              <a:rPr lang="en-US" dirty="0"/>
              <a:t> whether the </a:t>
            </a:r>
            <a:r>
              <a:rPr lang="en-US" b="1" dirty="0"/>
              <a:t>broker</a:t>
            </a:r>
            <a:r>
              <a:rPr lang="en-US" dirty="0"/>
              <a:t> stabilizes after the spike</a:t>
            </a:r>
            <a:endParaRPr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For 1000 subscribers / 10 publishers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Baseline</a:t>
            </a:r>
            <a:r>
              <a:rPr lang="en-US" dirty="0"/>
              <a:t>: 10 × 10 × 1000 = 100,000 deliveries/s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Burst</a:t>
            </a:r>
            <a:r>
              <a:rPr lang="en-US" dirty="0"/>
              <a:t>: 10 × 30 × 1000 = 300,000 deliveries/s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Elevated</a:t>
            </a:r>
            <a:r>
              <a:rPr lang="en-US" dirty="0"/>
              <a:t>: 10 × 15 × 1000 = 150,000 deliveries/s</a:t>
            </a:r>
            <a:endParaRPr dirty="0"/>
          </a:p>
        </p:txBody>
      </p:sp>
      <p:sp>
        <p:nvSpPr>
          <p:cNvPr id="124" name="Google Shape;124;p15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60"/>
              <a:t>Experiment 3: Bursty Traffic Profile</a:t>
            </a:r>
            <a:endParaRPr sz="3260"/>
          </a:p>
        </p:txBody>
      </p:sp>
      <p:sp>
        <p:nvSpPr>
          <p:cNvPr id="131" name="Google Shape;131;p16"/>
          <p:cNvSpPr txBox="1">
            <a:spLocks noGrp="1"/>
          </p:cNvSpPr>
          <p:nvPr>
            <p:ph type="body" idx="1"/>
          </p:nvPr>
        </p:nvSpPr>
        <p:spPr>
          <a:xfrm>
            <a:off x="261257" y="1481625"/>
            <a:ext cx="8786949" cy="5239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57200" lvl="0" indent="-371475" algn="l" rtl="0">
              <a:spcBef>
                <a:spcPts val="360"/>
              </a:spcBef>
              <a:spcAft>
                <a:spcPts val="0"/>
              </a:spcAft>
              <a:buSzPts val="2250"/>
              <a:buChar char="❖"/>
            </a:pPr>
            <a:r>
              <a:rPr lang="en-US" dirty="0"/>
              <a:t>Metrics</a:t>
            </a:r>
            <a:endParaRPr dirty="0"/>
          </a:p>
          <a:p>
            <a:pPr marL="914400" lvl="1" indent="-336035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692"/>
              <a:buChar char="➢"/>
            </a:pPr>
            <a:r>
              <a:rPr lang="en-US" sz="2692" dirty="0"/>
              <a:t>Delivery </a:t>
            </a:r>
            <a:r>
              <a:rPr lang="en-US" sz="2692" b="1" dirty="0"/>
              <a:t>throughput</a:t>
            </a:r>
            <a:r>
              <a:rPr lang="en-US" sz="2692" dirty="0"/>
              <a:t> vs time</a:t>
            </a:r>
            <a:endParaRPr sz="2692" dirty="0"/>
          </a:p>
          <a:p>
            <a:pPr marL="914400" lvl="1" indent="-336035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692"/>
              <a:buChar char="➢"/>
            </a:pPr>
            <a:r>
              <a:rPr lang="en-US" sz="2692" b="1" dirty="0"/>
              <a:t>latency</a:t>
            </a:r>
            <a:r>
              <a:rPr lang="en-US" sz="2692" dirty="0"/>
              <a:t> vs time</a:t>
            </a:r>
            <a:endParaRPr sz="2692" dirty="0"/>
          </a:p>
          <a:p>
            <a:pPr marL="914400" lvl="1" indent="-336035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692"/>
              <a:buChar char="➢"/>
            </a:pPr>
            <a:r>
              <a:rPr lang="en-US" sz="2692" b="1" dirty="0"/>
              <a:t>CPU</a:t>
            </a:r>
            <a:r>
              <a:rPr lang="en-US" sz="2692" dirty="0"/>
              <a:t> utilization vs time</a:t>
            </a:r>
            <a:endParaRPr sz="2692" dirty="0"/>
          </a:p>
          <a:p>
            <a:pPr marL="914400" lvl="1" indent="-336035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692"/>
              <a:buChar char="➢"/>
            </a:pPr>
            <a:r>
              <a:rPr lang="en-US" sz="2692" b="1" dirty="0"/>
              <a:t>Memory</a:t>
            </a:r>
            <a:r>
              <a:rPr lang="en-US" sz="2692" dirty="0"/>
              <a:t> utilization vs time</a:t>
            </a:r>
          </a:p>
          <a:p>
            <a:pPr lvl="1" indent="-336035">
              <a:lnSpc>
                <a:spcPct val="170000"/>
              </a:lnSpc>
              <a:spcBef>
                <a:spcPts val="0"/>
              </a:spcBef>
              <a:buSzPts val="1692"/>
              <a:buChar char="➢"/>
            </a:pPr>
            <a:r>
              <a:rPr lang="en-US" sz="2400" dirty="0">
                <a:solidFill>
                  <a:schemeClr val="accent2"/>
                </a:solidFill>
              </a:rPr>
              <a:t>Bandwidth usage vs time</a:t>
            </a:r>
            <a:endParaRPr sz="2692" dirty="0">
              <a:solidFill>
                <a:schemeClr val="accent2"/>
              </a:solidFill>
            </a:endParaRPr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71475" algn="l" rtl="0">
              <a:spcBef>
                <a:spcPts val="360"/>
              </a:spcBef>
              <a:spcAft>
                <a:spcPts val="0"/>
              </a:spcAft>
              <a:buSzPts val="2250"/>
              <a:buChar char="❖"/>
            </a:pPr>
            <a:r>
              <a:rPr lang="en-US" dirty="0"/>
              <a:t>Expect to see</a:t>
            </a:r>
            <a:endParaRPr dirty="0"/>
          </a:p>
          <a:p>
            <a:pPr marL="914400" lvl="1" indent="-33603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92"/>
              <a:buChar char="➢"/>
            </a:pPr>
            <a:r>
              <a:rPr lang="en-US" sz="2200" b="1" dirty="0"/>
              <a:t>latency spikes</a:t>
            </a:r>
            <a:r>
              <a:rPr lang="en-US" sz="2200" dirty="0"/>
              <a:t> during </a:t>
            </a:r>
            <a:r>
              <a:rPr lang="en-US" sz="2200" b="1" dirty="0"/>
              <a:t>bursts</a:t>
            </a:r>
            <a:endParaRPr sz="2200" b="1" dirty="0"/>
          </a:p>
          <a:p>
            <a:pPr marL="914400" lvl="1" indent="-33603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92"/>
              <a:buChar char="➢"/>
            </a:pPr>
            <a:r>
              <a:rPr lang="en-US" sz="2200" b="1" dirty="0"/>
              <a:t>Throughput</a:t>
            </a:r>
            <a:r>
              <a:rPr lang="en-US" sz="2200" dirty="0"/>
              <a:t> may </a:t>
            </a:r>
            <a:r>
              <a:rPr lang="en-US" sz="2200" b="1" dirty="0"/>
              <a:t>drop</a:t>
            </a:r>
            <a:r>
              <a:rPr lang="en-US" sz="2200" dirty="0"/>
              <a:t> during overload</a:t>
            </a:r>
            <a:endParaRPr sz="2200" dirty="0"/>
          </a:p>
          <a:p>
            <a:pPr marL="914400" lvl="1" indent="-33603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92"/>
              <a:buChar char="➢"/>
            </a:pPr>
            <a:r>
              <a:rPr lang="en-US" sz="2200" b="1" dirty="0"/>
              <a:t>CPU</a:t>
            </a:r>
            <a:r>
              <a:rPr lang="en-US" sz="2200" dirty="0"/>
              <a:t> </a:t>
            </a:r>
            <a:r>
              <a:rPr lang="en-US" sz="2200" b="1" dirty="0"/>
              <a:t>jumps</a:t>
            </a:r>
            <a:r>
              <a:rPr lang="en-US" sz="2200" dirty="0"/>
              <a:t> sharply</a:t>
            </a:r>
            <a:endParaRPr sz="2200" dirty="0"/>
          </a:p>
          <a:p>
            <a:pPr marL="914400" lvl="1" indent="-33603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92"/>
              <a:buChar char="➢"/>
            </a:pPr>
            <a:r>
              <a:rPr lang="en-US" sz="2200" b="1" dirty="0"/>
              <a:t>Memory</a:t>
            </a:r>
            <a:r>
              <a:rPr lang="en-US" sz="2200" dirty="0"/>
              <a:t> may </a:t>
            </a:r>
            <a:r>
              <a:rPr lang="en-US" sz="2200" b="1" dirty="0"/>
              <a:t>grow</a:t>
            </a:r>
            <a:r>
              <a:rPr lang="en-US" sz="2200" dirty="0"/>
              <a:t> from backlog</a:t>
            </a:r>
            <a:endParaRPr sz="2200" dirty="0"/>
          </a:p>
          <a:p>
            <a:pPr marL="914400" lvl="1" indent="-33603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92"/>
              <a:buChar char="➢"/>
            </a:pPr>
            <a:r>
              <a:rPr lang="en-US" sz="2200" b="1" dirty="0"/>
              <a:t>Recovery</a:t>
            </a:r>
            <a:r>
              <a:rPr lang="en-US" sz="2200" dirty="0"/>
              <a:t> </a:t>
            </a:r>
            <a:r>
              <a:rPr lang="en-US" sz="2200" b="1" dirty="0"/>
              <a:t>speed</a:t>
            </a:r>
            <a:r>
              <a:rPr lang="en-US" sz="2200" dirty="0"/>
              <a:t> will </a:t>
            </a:r>
            <a:r>
              <a:rPr lang="en-US" sz="2200" b="1" dirty="0"/>
              <a:t>differ</a:t>
            </a:r>
            <a:r>
              <a:rPr lang="en-US" sz="2200" dirty="0"/>
              <a:t> by broker</a:t>
            </a:r>
          </a:p>
          <a:p>
            <a:pPr lvl="1" indent="-336035">
              <a:lnSpc>
                <a:spcPct val="160000"/>
              </a:lnSpc>
              <a:spcBef>
                <a:spcPts val="0"/>
              </a:spcBef>
              <a:buSzPts val="1692"/>
              <a:buChar char="➢"/>
            </a:pPr>
            <a:r>
              <a:rPr lang="en-US" sz="1900" dirty="0"/>
              <a:t>Burst phases </a:t>
            </a:r>
            <a:r>
              <a:rPr lang="en-US" sz="1900" b="1" dirty="0"/>
              <a:t>may expose </a:t>
            </a:r>
            <a:r>
              <a:rPr lang="en-US" sz="1900" dirty="0"/>
              <a:t>whether </a:t>
            </a:r>
            <a:r>
              <a:rPr lang="en-US" sz="1900" b="1" dirty="0">
                <a:solidFill>
                  <a:schemeClr val="accent2"/>
                </a:solidFill>
              </a:rPr>
              <a:t>internal batching </a:t>
            </a:r>
            <a:r>
              <a:rPr lang="en-US" sz="1900" dirty="0"/>
              <a:t>helps absorb traffic spikes</a:t>
            </a:r>
            <a:endParaRPr sz="2200" dirty="0"/>
          </a:p>
        </p:txBody>
      </p:sp>
      <p:sp>
        <p:nvSpPr>
          <p:cNvPr id="132" name="Google Shape;132;p16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524102" y="1481600"/>
            <a:ext cx="4519749" cy="1548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2425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50"/>
              <a:buChar char="❖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learn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400"/>
              <a:buFont typeface="Noto Sans Symbols"/>
              <a:buChar char="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brokers absorb bursts well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400"/>
              <a:buFont typeface="Noto Sans Symbols"/>
              <a:buChar char="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protect throughput vs latency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400"/>
              <a:buFont typeface="Noto Sans Symbols"/>
              <a:buChar char="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recover quickly after spikes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75F2A-EB4E-05A7-613D-00BFDCE1D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9DDE6-C2FB-2962-FA55-AFEFBB44E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Payload Sensitivity in Shared-Topic Workloads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8973B-999D-E63C-59B8-E24745BAE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sz="2400" b="1" dirty="0"/>
              <a:t>Research question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/>
              <a:t>How does message payload size affect broker performance in shared-topic communication patterns such as </a:t>
            </a:r>
            <a:r>
              <a:rPr lang="en-US" sz="2000" b="1" dirty="0"/>
              <a:t>fan-in</a:t>
            </a:r>
            <a:r>
              <a:rPr lang="en-US" sz="2000" dirty="0"/>
              <a:t> and </a:t>
            </a:r>
            <a:r>
              <a:rPr lang="en-US" sz="2000" b="1" dirty="0"/>
              <a:t>fan-out</a:t>
            </a:r>
            <a:r>
              <a:rPr lang="en-US" sz="2000" dirty="0"/>
              <a:t>?</a:t>
            </a:r>
          </a:p>
          <a:p>
            <a:pPr>
              <a:buFont typeface="Wingdings" pitchFamily="2" charset="2"/>
              <a:buChar char="v"/>
            </a:pPr>
            <a:endParaRPr lang="en-US" sz="2400" dirty="0"/>
          </a:p>
          <a:p>
            <a:pPr>
              <a:buFont typeface="Wingdings" pitchFamily="2" charset="2"/>
              <a:buChar char="v"/>
            </a:pPr>
            <a:r>
              <a:rPr lang="en-US" sz="2400" dirty="0"/>
              <a:t>Why this experiment?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/>
              <a:t>Previous paper studied payload size only in small-scale latency tests 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/>
              <a:t>Extension already adds </a:t>
            </a:r>
            <a:r>
              <a:rPr lang="en-US" sz="2000" b="1" dirty="0"/>
              <a:t>fan-in</a:t>
            </a:r>
            <a:r>
              <a:rPr lang="en-US" sz="2000" dirty="0"/>
              <a:t> and </a:t>
            </a:r>
            <a:r>
              <a:rPr lang="en-US" sz="2000" b="1" dirty="0"/>
              <a:t>fan-out</a:t>
            </a:r>
            <a:r>
              <a:rPr lang="en-US" sz="2000" dirty="0"/>
              <a:t> 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/>
              <a:t>This experiment checks whether broker rankings change when </a:t>
            </a:r>
            <a:r>
              <a:rPr lang="en-US" sz="2000" b="1" dirty="0"/>
              <a:t>payload size</a:t>
            </a:r>
            <a:r>
              <a:rPr lang="en-US" sz="2000" dirty="0"/>
              <a:t> and </a:t>
            </a:r>
            <a:r>
              <a:rPr lang="en-US" sz="2000" b="1" dirty="0"/>
              <a:t>shared-topic topology</a:t>
            </a:r>
            <a:r>
              <a:rPr lang="en-US" sz="2000" dirty="0"/>
              <a:t> interact</a:t>
            </a:r>
          </a:p>
          <a:p>
            <a:pPr marL="571500" lvl="1" indent="0">
              <a:buNone/>
            </a:pPr>
            <a:endParaRPr lang="en-US" sz="2000" dirty="0"/>
          </a:p>
          <a:p>
            <a:pPr>
              <a:buFont typeface="Wingdings" pitchFamily="2" charset="2"/>
              <a:buChar char="v"/>
            </a:pPr>
            <a:r>
              <a:rPr lang="en-US" sz="2400" b="1" dirty="0"/>
              <a:t>Topologies</a:t>
            </a:r>
            <a:endParaRPr lang="en-US" sz="100" dirty="0"/>
          </a:p>
          <a:p>
            <a:pPr lvl="1">
              <a:buFont typeface="Wingdings" pitchFamily="2" charset="2"/>
              <a:buChar char="v"/>
            </a:pPr>
            <a:r>
              <a:rPr lang="en-US" sz="2000" b="1" dirty="0"/>
              <a:t>Fan-Out:</a:t>
            </a:r>
            <a:r>
              <a:rPr lang="en-US" sz="2000" dirty="0"/>
              <a:t> 10 publishers → 1000 subscribers, shared topic 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b="1" dirty="0"/>
              <a:t>Fan-In:</a:t>
            </a:r>
            <a:r>
              <a:rPr lang="en-US" sz="2000" dirty="0"/>
              <a:t> 1000 publishers → 1 subscriber, shared topic</a:t>
            </a:r>
          </a:p>
          <a:p>
            <a:pPr>
              <a:buFont typeface="Wingdings" pitchFamily="2" charset="2"/>
              <a:buChar char="v"/>
            </a:pPr>
            <a:endParaRPr lang="en-US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AF92A-8AF0-C9DB-48E6-7C9485ECAC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5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054BC-F4F5-B09A-7990-20E912B6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98CA1-EF0C-7BAD-3861-153E20175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Payload Sensitivity in Shared-Topic Workloads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65653-DCB9-64B1-0954-E5B5096CF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/>
              <a:t>Common parameters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Rate per publisher: </a:t>
            </a:r>
            <a:r>
              <a:rPr lang="en-US" sz="1800" b="1" dirty="0"/>
              <a:t>10 msg/s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Duration: </a:t>
            </a:r>
            <a:r>
              <a:rPr lang="en-US" sz="1800" b="1" dirty="0"/>
              <a:t>120 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Warmup: </a:t>
            </a:r>
            <a:r>
              <a:rPr lang="en-US" sz="1800" b="1" dirty="0"/>
              <a:t>60 s</a:t>
            </a:r>
            <a:r>
              <a:rPr lang="en-US" sz="1800" dirty="0"/>
              <a:t> 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QoS: </a:t>
            </a:r>
            <a:r>
              <a:rPr lang="en-US" sz="1800" b="1" dirty="0"/>
              <a:t>0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Metrics: p95 Latency</a:t>
            </a:r>
          </a:p>
          <a:p>
            <a:pPr marL="571500" lvl="1" indent="0">
              <a:buNone/>
            </a:pPr>
            <a:endParaRPr lang="en-US" sz="1800" dirty="0"/>
          </a:p>
          <a:p>
            <a:pPr>
              <a:buFont typeface="Wingdings" pitchFamily="2" charset="2"/>
              <a:buChar char="v"/>
            </a:pPr>
            <a:r>
              <a:rPr lang="en-US" sz="2400" dirty="0"/>
              <a:t>Expected insight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Small payloads highlight </a:t>
            </a:r>
            <a:r>
              <a:rPr lang="en-US" sz="1800" b="1" dirty="0"/>
              <a:t>protocol overhead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Larger payloads highlight </a:t>
            </a:r>
            <a:r>
              <a:rPr lang="en-US" sz="1800" b="1" dirty="0"/>
              <a:t>copying, serialization, and dispatch cost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Fan-out is expected to become more expensive than fan-in as payload grows 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Payload sensitivity may explain why some brokers scale well at 1 KB but not at larger sizes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EED26-2341-180C-6A23-64670D061A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826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C3227-6FC5-D5F6-6FB7-972667DA1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cases of Payload Sensitivity Experiment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5C65B-628D-A9AA-05E2-34A94A25C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Small telemetry vs rich industrial messages</a:t>
            </a:r>
          </a:p>
          <a:p>
            <a:pPr lvl="1"/>
            <a:r>
              <a:rPr lang="en-US" dirty="0"/>
              <a:t>a simple </a:t>
            </a:r>
            <a:r>
              <a:rPr lang="en-US" b="1" dirty="0"/>
              <a:t>temperature reading </a:t>
            </a:r>
            <a:r>
              <a:rPr lang="en-US" dirty="0"/>
              <a:t>may be only a </a:t>
            </a:r>
            <a:r>
              <a:rPr lang="en-US" b="1" dirty="0"/>
              <a:t>few</a:t>
            </a:r>
            <a:r>
              <a:rPr lang="en-US" dirty="0"/>
              <a:t> bytes, while a machine-health update may include timestamps, metadata, alarms, and structured diagnostics</a:t>
            </a:r>
          </a:p>
          <a:p>
            <a:endParaRPr lang="en-US" dirty="0"/>
          </a:p>
          <a:p>
            <a:r>
              <a:rPr lang="en-US" b="1" dirty="0"/>
              <a:t>Control command vs state snapshot</a:t>
            </a:r>
          </a:p>
          <a:p>
            <a:pPr lvl="1"/>
            <a:r>
              <a:rPr lang="en-US" dirty="0"/>
              <a:t>a short command like “stop” or “set speed” is </a:t>
            </a:r>
            <a:r>
              <a:rPr lang="en-US" b="1" dirty="0"/>
              <a:t>tiny</a:t>
            </a:r>
            <a:r>
              <a:rPr lang="en-US" dirty="0"/>
              <a:t>, but a full equipment state or route update is much larger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10763-2F84-9447-00AD-89B36D9F8D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38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Expected Hypotheses</a:t>
            </a:r>
            <a:endParaRPr/>
          </a:p>
        </p:txBody>
      </p:sp>
      <p:sp>
        <p:nvSpPr>
          <p:cNvPr id="140" name="Google Shape;140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40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H1: Fan-in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Shared-topic aggregation will reduce throughput relative to isolated 1-to-1</a:t>
            </a:r>
            <a:endParaRPr dirty="0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H2: Controlled fan-out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Fan-out will stress brokers more than fan-in because each message must be replicated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Multi-threaded brokers should handle replication better</a:t>
            </a:r>
            <a:endParaRPr dirty="0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H3: Bursty controlled fan-out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Tail latency will rise sharply during bursts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Some brokers may sustain throughput but recover slowly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Recovery time will become a key differentiator</a:t>
            </a:r>
            <a:endParaRPr dirty="0"/>
          </a:p>
        </p:txBody>
      </p:sp>
      <p:sp>
        <p:nvSpPr>
          <p:cNvPr id="141" name="Google Shape;141;p17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1493</Words>
  <Application>Microsoft Office PowerPoint</Application>
  <PresentationFormat>On-screen Show (4:3)</PresentationFormat>
  <Paragraphs>282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Noto Sans Symbols</vt:lpstr>
      <vt:lpstr>Wingdings</vt:lpstr>
      <vt:lpstr>1_Office Theme</vt:lpstr>
      <vt:lpstr>Benchmarking Message Brokers for IoT Edge Computing: A Comprehensive Performance Study</vt:lpstr>
      <vt:lpstr>Proposed Extension: Beyond 1-to-1 Steady Load</vt:lpstr>
      <vt:lpstr>Why extension?</vt:lpstr>
      <vt:lpstr>Experiment 1: Fan-Out Under Steady Load</vt:lpstr>
      <vt:lpstr>Experiment 1: Fan-Out Under Steady Load</vt:lpstr>
      <vt:lpstr>Use cases of Fan-Out Topology</vt:lpstr>
      <vt:lpstr>Why Network Bandwidth for fan-out</vt:lpstr>
      <vt:lpstr>Why 1 Publisher per 100 Subscribers?</vt:lpstr>
      <vt:lpstr>Fan-Out: What We Expect</vt:lpstr>
      <vt:lpstr>Experiment 2: Fan-In Under Steady Load</vt:lpstr>
      <vt:lpstr>Use cases of Fan-In Topology</vt:lpstr>
      <vt:lpstr>Experiment 2: Fan-In Under Steady Load</vt:lpstr>
      <vt:lpstr>Fan-In: What We Expect</vt:lpstr>
      <vt:lpstr>Experiment 3: Bursty Controlled Fan-Out</vt:lpstr>
      <vt:lpstr>Use cases of Bursty Fan-Out Topology</vt:lpstr>
      <vt:lpstr>Experiment 3: Bursty Traffic Profile</vt:lpstr>
      <vt:lpstr>Experiment 3: Bursty Traffic Profile</vt:lpstr>
      <vt:lpstr>Payload Sensitivity in Shared-Topic Workloads</vt:lpstr>
      <vt:lpstr>Payload Sensitivity in Shared-Topic Workloads</vt:lpstr>
      <vt:lpstr>Use cases of Payload Sensitivity Experiment</vt:lpstr>
      <vt:lpstr>Expected Hypotheses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Amini Salehi, Mohsen</cp:lastModifiedBy>
  <cp:revision>12</cp:revision>
  <dcterms:modified xsi:type="dcterms:W3CDTF">2026-04-24T21:04:16Z</dcterms:modified>
</cp:coreProperties>
</file>